
<file path=[Content_Types].xml><?xml version="1.0" encoding="utf-8"?>
<Types xmlns="http://schemas.openxmlformats.org/package/2006/content-types">
  <Default Extension="xml" ContentType="application/xml"/>
  <Default Extension="rels" ContentType="application/vnd.openxmlformats-package.relationships+xml"/>
  <Default Extension="png" ContentType="image/png"/>
  <Default Extension="jpeg" ContentType="image/jpeg"/>
  <Override PartName="/_rels/.rels" ContentType="application/vnd.openxmlformats-package.relationships+xml"/>
  <Override PartName="/docProps/core.xml" ContentType="application/vnd.openxmlformats-package.core-properties+xml"/>
  <Override PartName="/docProps/app.xml" ContentType="application/vnd.openxmlformats-officedocument.extended-properties+xml"/>
  <Override PartName="/docProps/custom.xml" ContentType="application/vnd.openxmlformats-officedocument.custom-properties+xml"/>
  <Override PartName="/ppt/presentation.xml" ContentType="application/vnd.openxmlformats-officedocument.presentationml.presentation.main+xml"/>
  <Override PartName="/ppt/slideMasters/_rels/slideMaster2.xml.rels" ContentType="application/vnd.openxmlformats-package.relationships+xml"/>
  <Override PartName="/ppt/slideMasters/_rels/slideMaster1.xml.rels" ContentType="application/vnd.openxmlformats-package.relationships+xml"/>
  <Override PartName="/ppt/slideMasters/slideMaster1.xml" ContentType="application/vnd.openxmlformats-officedocument.presentationml.slideMaster+xml"/>
  <Override PartName="/ppt/slideMasters/slideMaster2.xml" ContentType="application/vnd.openxmlformats-officedocument.presentationml.slideMaster+xml"/>
  <Override PartName="/ppt/theme/theme1.xml" ContentType="application/vnd.openxmlformats-officedocument.theme+xml"/>
  <Override PartName="/ppt/theme/theme2.xml" ContentType="application/vnd.openxmlformats-officedocument.theme+xml"/>
  <Override PartName="/ppt/_rels/presentation.xml.rels" ContentType="application/vnd.openxmlformats-package.relationships+xml"/>
  <Override PartName="/ppt/slideLayouts/slideLayout13.xml" ContentType="application/vnd.openxmlformats-officedocument.presentationml.slideLayout+xml"/>
  <Override PartName="/ppt/slideLayouts/slideLayout12.xml" ContentType="application/vnd.openxmlformats-officedocument.presentationml.slideLayout+xml"/>
  <Override PartName="/ppt/slideLayouts/slideLayout11.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8.xml" ContentType="application/vnd.openxmlformats-officedocument.presentationml.slideLayout+xml"/>
  <Override PartName="/ppt/slideLayouts/slideLayout7.xml" ContentType="application/vnd.openxmlformats-officedocument.presentationml.slideLayout+xml"/>
  <Override PartName="/ppt/slideLayouts/_rels/slideLayout22.xml.rels" ContentType="application/vnd.openxmlformats-package.relationships+xml"/>
  <Override PartName="/ppt/slideLayouts/_rels/slideLayout7.xml.rels" ContentType="application/vnd.openxmlformats-package.relationships+xml"/>
  <Override PartName="/ppt/slideLayouts/_rels/slideLayout4.xml.rels" ContentType="application/vnd.openxmlformats-package.relationships+xml"/>
  <Override PartName="/ppt/slideLayouts/_rels/slideLayout17.xml.rels" ContentType="application/vnd.openxmlformats-package.relationships+xml"/>
  <Override PartName="/ppt/slideLayouts/_rels/slideLayout19.xml.rels" ContentType="application/vnd.openxmlformats-package.relationships+xml"/>
  <Override PartName="/ppt/slideLayouts/_rels/slideLayout21.xml.rels" ContentType="application/vnd.openxmlformats-package.relationships+xml"/>
  <Override PartName="/ppt/slideLayouts/_rels/slideLayout6.xml.rels" ContentType="application/vnd.openxmlformats-package.relationships+xml"/>
  <Override PartName="/ppt/slideLayouts/_rels/slideLayout3.xml.rels" ContentType="application/vnd.openxmlformats-package.relationships+xml"/>
  <Override PartName="/ppt/slideLayouts/_rels/slideLayout16.xml.rels" ContentType="application/vnd.openxmlformats-package.relationships+xml"/>
  <Override PartName="/ppt/slideLayouts/_rels/slideLayout18.xml.rels" ContentType="application/vnd.openxmlformats-package.relationships+xml"/>
  <Override PartName="/ppt/slideLayouts/_rels/slideLayout5.xml.rels" ContentType="application/vnd.openxmlformats-package.relationships+xml"/>
  <Override PartName="/ppt/slideLayouts/_rels/slideLayout13.xml.rels" ContentType="application/vnd.openxmlformats-package.relationships+xml"/>
  <Override PartName="/ppt/slideLayouts/_rels/slideLayout12.xml.rels" ContentType="application/vnd.openxmlformats-package.relationships+xml"/>
  <Override PartName="/ppt/slideLayouts/_rels/slideLayout11.xml.rels" ContentType="application/vnd.openxmlformats-package.relationships+xml"/>
  <Override PartName="/ppt/slideLayouts/_rels/slideLayout1.xml.rels" ContentType="application/vnd.openxmlformats-package.relationships+xml"/>
  <Override PartName="/ppt/slideLayouts/_rels/slideLayout14.xml.rels" ContentType="application/vnd.openxmlformats-package.relationships+xml"/>
  <Override PartName="/ppt/slideLayouts/_rels/slideLayout10.xml.rels" ContentType="application/vnd.openxmlformats-package.relationships+xml"/>
  <Override PartName="/ppt/slideLayouts/_rels/slideLayout24.xml.rels" ContentType="application/vnd.openxmlformats-package.relationships+xml"/>
  <Override PartName="/ppt/slideLayouts/_rels/slideLayout9.xml.rels" ContentType="application/vnd.openxmlformats-package.relationships+xml"/>
  <Override PartName="/ppt/slideLayouts/_rels/slideLayout23.xml.rels" ContentType="application/vnd.openxmlformats-package.relationships+xml"/>
  <Override PartName="/ppt/slideLayouts/_rels/slideLayout8.xml.rels" ContentType="application/vnd.openxmlformats-package.relationships+xml"/>
  <Override PartName="/ppt/slideLayouts/_rels/slideLayout15.xml.rels" ContentType="application/vnd.openxmlformats-package.relationships+xml"/>
  <Override PartName="/ppt/slideLayouts/_rels/slideLayout2.xml.rels" ContentType="application/vnd.openxmlformats-package.relationships+xml"/>
  <Override PartName="/ppt/slideLayouts/_rels/slideLayout20.xml.rels" ContentType="application/vnd.openxmlformats-package.relationships+xml"/>
  <Override PartName="/ppt/slideLayouts/slideLayout6.xml" ContentType="application/vnd.openxmlformats-officedocument.presentationml.slideLayout+xml"/>
  <Override PartName="/ppt/slideLayouts/slideLayout24.xml" ContentType="application/vnd.openxmlformats-officedocument.presentationml.slideLayout+xml"/>
  <Override PartName="/ppt/slideLayouts/slideLayout5.xml" ContentType="application/vnd.openxmlformats-officedocument.presentationml.slideLayout+xml"/>
  <Override PartName="/ppt/slideLayouts/slideLayout23.xml" ContentType="application/vnd.openxmlformats-officedocument.presentationml.slideLayout+xml"/>
  <Override PartName="/ppt/slideLayouts/slideLayout16.xml" ContentType="application/vnd.openxmlformats-officedocument.presentationml.slideLayout+xml"/>
  <Override PartName="/ppt/slideLayouts/slideLayout15.xml" ContentType="application/vnd.openxmlformats-officedocument.presentationml.slideLayout+xml"/>
  <Override PartName="/ppt/slideLayouts/slideLayout14.xml" ContentType="application/vnd.openxmlformats-officedocument.presentationml.slideLayout+xml"/>
  <Override PartName="/ppt/slideLayouts/slideLayout1.xml" ContentType="application/vnd.openxmlformats-officedocument.presentationml.slideLayout+xml"/>
  <Override PartName="/ppt/slideLayouts/slideLayout17.xml" ContentType="application/vnd.openxmlformats-officedocument.presentationml.slideLayout+xml"/>
  <Override PartName="/ppt/slideLayouts/slideLayout2.xml" ContentType="application/vnd.openxmlformats-officedocument.presentationml.slideLayout+xml"/>
  <Override PartName="/ppt/slideLayouts/slideLayout20.xml" ContentType="application/vnd.openxmlformats-officedocument.presentationml.slideLayout+xml"/>
  <Override PartName="/ppt/slideLayouts/slideLayout18.xml" ContentType="application/vnd.openxmlformats-officedocument.presentationml.slideLayout+xml"/>
  <Override PartName="/ppt/slideLayouts/slideLayout3.xml" ContentType="application/vnd.openxmlformats-officedocument.presentationml.slideLayout+xml"/>
  <Override PartName="/ppt/slideLayouts/slideLayout21.xml" ContentType="application/vnd.openxmlformats-officedocument.presentationml.slideLayout+xml"/>
  <Override PartName="/ppt/slideLayouts/slideLayout19.xml" ContentType="application/vnd.openxmlformats-officedocument.presentationml.slideLayout+xml"/>
  <Override PartName="/ppt/slideLayouts/slideLayout4.xml" ContentType="application/vnd.openxmlformats-officedocument.presentationml.slideLayout+xml"/>
  <Override PartName="/ppt/slideLayouts/slideLayout22.xml" ContentType="application/vnd.openxmlformats-officedocument.presentationml.slideLayout+xml"/>
  <Override PartName="/ppt/media/image1.png" ContentType="image/png"/>
  <Override PartName="/ppt/media/image2.png" ContentType="image/png"/>
  <Override PartName="/ppt/media/image3.png" ContentType="image/png"/>
  <Override PartName="/ppt/media/image4.png" ContentType="image/png"/>
  <Override PartName="/ppt/media/image5.png" ContentType="image/png"/>
  <Override PartName="/ppt/slides/slide1.xml" ContentType="application/vnd.openxmlformats-officedocument.presentationml.slide+xml"/>
  <Override PartName="/ppt/slides/_rels/slide9.xml.rels" ContentType="application/vnd.openxmlformats-package.relationships+xml"/>
  <Override PartName="/ppt/slides/_rels/slide8.xml.rels" ContentType="application/vnd.openxmlformats-package.relationships+xml"/>
  <Override PartName="/ppt/slides/_rels/slide7.xml.rels" ContentType="application/vnd.openxmlformats-package.relationships+xml"/>
  <Override PartName="/ppt/slides/_rels/slide6.xml.rels" ContentType="application/vnd.openxmlformats-package.relationships+xml"/>
  <Override PartName="/ppt/slides/_rels/slide3.xml.rels" ContentType="application/vnd.openxmlformats-package.relationships+xml"/>
  <Override PartName="/ppt/slides/_rels/slide5.xml.rels" ContentType="application/vnd.openxmlformats-package.relationships+xml"/>
  <Override PartName="/ppt/slides/_rels/slide2.xml.rels" ContentType="application/vnd.openxmlformats-package.relationships+xml"/>
  <Override PartName="/ppt/slides/_rels/slide4.xml.rels" ContentType="application/vnd.openxmlformats-package.relationships+xml"/>
  <Override PartName="/ppt/slides/_rels/slide1.xml.rels" ContentType="application/vnd.openxmlformats-package.relationships+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Types>
</file>

<file path=_rels/.rels><?xml version="1.0" encoding="UTF-8"?>
<Relationships xmlns="http://schemas.openxmlformats.org/package/2006/relationships"><Relationship Id="rId1" Type="http://schemas.openxmlformats.org/package/2006/relationships/metadata/core-properties" Target="docProps/core.xml"/><Relationship Id="rId2" Type="http://schemas.openxmlformats.org/officeDocument/2006/relationships/extended-properties" Target="docProps/app.xml"/><Relationship Id="rId3" Type="http://schemas.openxmlformats.org/officeDocument/2006/relationships/custom-properties" Target="docProps/custom.xml"/><Relationship Id="rId4" Type="http://schemas.openxmlformats.org/officeDocument/2006/relationships/officeDocument" Target="ppt/presentation.xml"/>
</Relationships>
</file>

<file path=ppt/presentation.xml><?xml version="1.0" encoding="utf-8"?>
<p:presentation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sldMasterIdLst>
    <p:sldMasterId id="2147483648" r:id="rId2"/>
    <p:sldMasterId id="2147483661" r:id="rId3"/>
  </p:sldMasterIdLst>
  <p:sldIdLst>
    <p:sldId id="256" r:id="rId4"/>
    <p:sldId id="257" r:id="rId5"/>
    <p:sldId id="258" r:id="rId6"/>
    <p:sldId id="259" r:id="rId7"/>
    <p:sldId id="260" r:id="rId8"/>
    <p:sldId id="261" r:id="rId9"/>
    <p:sldId id="262" r:id="rId10"/>
    <p:sldId id="263" r:id="rId11"/>
    <p:sldId id="264" r:id="rId12"/>
  </p:sldIdLst>
  <p:sldSz cx="10080625" cy="5670550"/>
  <p:notesSz cx="7559675" cy="10691812"/>
</p:presentation>
</file>

<file path=ppt/_rels/presentation.xml.rels><?xml version="1.0" encoding="UTF-8"?>
<Relationships xmlns="http://schemas.openxmlformats.org/package/2006/relationships"><Relationship Id="rId1" Type="http://schemas.openxmlformats.org/officeDocument/2006/relationships/theme" Target="theme/theme1.xml"/><Relationship Id="rId2" Type="http://schemas.openxmlformats.org/officeDocument/2006/relationships/slideMaster" Target="slideMasters/slideMaster1.xml"/><Relationship Id="rId3" Type="http://schemas.openxmlformats.org/officeDocument/2006/relationships/slideMaster" Target="slideMasters/slideMaster2.xml"/><Relationship Id="rId4" Type="http://schemas.openxmlformats.org/officeDocument/2006/relationships/slide" Target="slides/slide1.xml"/><Relationship Id="rId5" Type="http://schemas.openxmlformats.org/officeDocument/2006/relationships/slide" Target="slides/slide2.xml"/><Relationship Id="rId6" Type="http://schemas.openxmlformats.org/officeDocument/2006/relationships/slide" Target="slides/slide3.xml"/><Relationship Id="rId7" Type="http://schemas.openxmlformats.org/officeDocument/2006/relationships/slide" Target="slides/slide4.xml"/><Relationship Id="rId8" Type="http://schemas.openxmlformats.org/officeDocument/2006/relationships/slide" Target="slides/slide5.xml"/><Relationship Id="rId9" Type="http://schemas.openxmlformats.org/officeDocument/2006/relationships/slide" Target="slides/slide6.xml"/><Relationship Id="rId10" Type="http://schemas.openxmlformats.org/officeDocument/2006/relationships/slide" Target="slides/slide7.xml"/><Relationship Id="rId11" Type="http://schemas.openxmlformats.org/officeDocument/2006/relationships/slide" Target="slides/slide8.xml"/><Relationship Id="rId12" Type="http://schemas.openxmlformats.org/officeDocument/2006/relationships/slide" Target="slides/slide9.xml"/>
</Relationships>
</file>

<file path=ppt/slideLayouts/_rels/slideLayout1.xml.rels><?xml version="1.0" encoding="UTF-8"?>
<Relationships xmlns="http://schemas.openxmlformats.org/package/2006/relationships"><Relationship Id="rId1" Type="http://schemas.openxmlformats.org/officeDocument/2006/relationships/slideMaster" Target="../slideMasters/slideMaster1.xml"/>
</Relationships>
</file>

<file path=ppt/slideLayouts/_rels/slideLayout2.xml.rels><?xml version="1.0" encoding="UTF-8"?>
<Relationships xmlns="http://schemas.openxmlformats.org/package/2006/relationships"><Relationship Id="rId1" Type="http://schemas.openxmlformats.org/officeDocument/2006/relationships/slideMaster" Target="../slideMasters/slideMaster1.xml"/>
</Relationships>
</file>

<file path=ppt/slideLayouts/_rels/slideLayout3.xml.rels><?xml version="1.0" encoding="UTF-8"?>
<Relationships xmlns="http://schemas.openxmlformats.org/package/2006/relationships"><Relationship Id="rId1" Type="http://schemas.openxmlformats.org/officeDocument/2006/relationships/slideMaster" Target="../slideMasters/slideMaster1.xml"/>
</Relationships>
</file>

<file path=ppt/slideLayouts/_rels/slideLayout4.xml.rels><?xml version="1.0" encoding="UTF-8"?>
<Relationships xmlns="http://schemas.openxmlformats.org/package/2006/relationships"><Relationship Id="rId1" Type="http://schemas.openxmlformats.org/officeDocument/2006/relationships/slideMaster" Target="../slideMasters/slideMaster1.xml"/>
</Relationships>
</file>

<file path=ppt/slideLayouts/_rels/slideLayout5.xml.rels><?xml version="1.0" encoding="UTF-8"?>
<Relationships xmlns="http://schemas.openxmlformats.org/package/2006/relationships"><Relationship Id="rId1" Type="http://schemas.openxmlformats.org/officeDocument/2006/relationships/slideMaster" Target="../slideMasters/slideMaster1.xml"/>
</Relationships>
</file>

<file path=ppt/slideLayouts/_rels/slideLayout6.xml.rels><?xml version="1.0" encoding="UTF-8"?>
<Relationships xmlns="http://schemas.openxmlformats.org/package/2006/relationships"><Relationship Id="rId1" Type="http://schemas.openxmlformats.org/officeDocument/2006/relationships/slideMaster" Target="../slideMasters/slideMaster1.xml"/>
</Relationships>
</file>

<file path=ppt/slideLayouts/_rels/slideLayout7.xml.rels><?xml version="1.0" encoding="UTF-8"?>
<Relationships xmlns="http://schemas.openxmlformats.org/package/2006/relationships"><Relationship Id="rId1" Type="http://schemas.openxmlformats.org/officeDocument/2006/relationships/slideMaster" Target="../slideMasters/slideMaster1.xml"/>
</Relationships>
</file>

<file path=ppt/slideLayouts/_rels/slideLayout8.xml.rels><?xml version="1.0" encoding="UTF-8"?>
<Relationships xmlns="http://schemas.openxmlformats.org/package/2006/relationships"><Relationship Id="rId1" Type="http://schemas.openxmlformats.org/officeDocument/2006/relationships/slideMaster" Target="../slideMasters/slideMaster1.xml"/>
</Relationships>
</file>

<file path=ppt/slideLayouts/_rels/slideLayout9.xml.rels><?xml version="1.0" encoding="UTF-8"?>
<Relationships xmlns="http://schemas.openxmlformats.org/package/2006/relationships"><Relationship Id="rId1" Type="http://schemas.openxmlformats.org/officeDocument/2006/relationships/slideMaster" Target="../slideMasters/slideMaster1.xml"/>
</Relationships>
</file>

<file path=ppt/slideLayouts/_rels/slideLayout10.xml.rels><?xml version="1.0" encoding="UTF-8"?>
<Relationships xmlns="http://schemas.openxmlformats.org/package/2006/relationships"><Relationship Id="rId1" Type="http://schemas.openxmlformats.org/officeDocument/2006/relationships/slideMaster" Target="../slideMasters/slideMaster1.xml"/>
</Relationships>
</file>

<file path=ppt/slideLayouts/_rels/slideLayout11.xml.rels><?xml version="1.0" encoding="UTF-8"?>
<Relationships xmlns="http://schemas.openxmlformats.org/package/2006/relationships"><Relationship Id="rId1" Type="http://schemas.openxmlformats.org/officeDocument/2006/relationships/slideMaster" Target="../slideMasters/slideMaster1.xml"/>
</Relationships>
</file>

<file path=ppt/slideLayouts/_rels/slideLayout12.xml.rels><?xml version="1.0" encoding="UTF-8"?>
<Relationships xmlns="http://schemas.openxmlformats.org/package/2006/relationships"><Relationship Id="rId1" Type="http://schemas.openxmlformats.org/officeDocument/2006/relationships/slideMaster" Target="../slideMasters/slideMaster1.xml"/>
</Relationships>
</file>

<file path=ppt/slideLayouts/_rels/slideLayout13.xml.rels><?xml version="1.0" encoding="UTF-8"?>
<Relationships xmlns="http://schemas.openxmlformats.org/package/2006/relationships"><Relationship Id="rId1" Type="http://schemas.openxmlformats.org/officeDocument/2006/relationships/slideMaster" Target="../slideMasters/slideMaster2.xml"/>
</Relationships>
</file>

<file path=ppt/slideLayouts/_rels/slideLayout14.xml.rels><?xml version="1.0" encoding="UTF-8"?>
<Relationships xmlns="http://schemas.openxmlformats.org/package/2006/relationships"><Relationship Id="rId1" Type="http://schemas.openxmlformats.org/officeDocument/2006/relationships/slideMaster" Target="../slideMasters/slideMaster2.xml"/>
</Relationships>
</file>

<file path=ppt/slideLayouts/_rels/slideLayout15.xml.rels><?xml version="1.0" encoding="UTF-8"?>
<Relationships xmlns="http://schemas.openxmlformats.org/package/2006/relationships"><Relationship Id="rId1" Type="http://schemas.openxmlformats.org/officeDocument/2006/relationships/slideMaster" Target="../slideMasters/slideMaster2.xml"/>
</Relationships>
</file>

<file path=ppt/slideLayouts/_rels/slideLayout16.xml.rels><?xml version="1.0" encoding="UTF-8"?>
<Relationships xmlns="http://schemas.openxmlformats.org/package/2006/relationships"><Relationship Id="rId1" Type="http://schemas.openxmlformats.org/officeDocument/2006/relationships/slideMaster" Target="../slideMasters/slideMaster2.xml"/>
</Relationships>
</file>

<file path=ppt/slideLayouts/_rels/slideLayout17.xml.rels><?xml version="1.0" encoding="UTF-8"?>
<Relationships xmlns="http://schemas.openxmlformats.org/package/2006/relationships"><Relationship Id="rId1" Type="http://schemas.openxmlformats.org/officeDocument/2006/relationships/slideMaster" Target="../slideMasters/slideMaster2.xml"/>
</Relationships>
</file>

<file path=ppt/slideLayouts/_rels/slideLayout18.xml.rels><?xml version="1.0" encoding="UTF-8"?>
<Relationships xmlns="http://schemas.openxmlformats.org/package/2006/relationships"><Relationship Id="rId1" Type="http://schemas.openxmlformats.org/officeDocument/2006/relationships/slideMaster" Target="../slideMasters/slideMaster2.xml"/>
</Relationships>
</file>

<file path=ppt/slideLayouts/_rels/slideLayout19.xml.rels><?xml version="1.0" encoding="UTF-8"?>
<Relationships xmlns="http://schemas.openxmlformats.org/package/2006/relationships"><Relationship Id="rId1" Type="http://schemas.openxmlformats.org/officeDocument/2006/relationships/slideMaster" Target="../slideMasters/slideMaster2.xml"/>
</Relationships>
</file>

<file path=ppt/slideLayouts/_rels/slideLayout20.xml.rels><?xml version="1.0" encoding="UTF-8"?>
<Relationships xmlns="http://schemas.openxmlformats.org/package/2006/relationships"><Relationship Id="rId1" Type="http://schemas.openxmlformats.org/officeDocument/2006/relationships/slideMaster" Target="../slideMasters/slideMaster2.xml"/>
</Relationships>
</file>

<file path=ppt/slideLayouts/_rels/slideLayout21.xml.rels><?xml version="1.0" encoding="UTF-8"?>
<Relationships xmlns="http://schemas.openxmlformats.org/package/2006/relationships"><Relationship Id="rId1" Type="http://schemas.openxmlformats.org/officeDocument/2006/relationships/slideMaster" Target="../slideMasters/slideMaster2.xml"/>
</Relationships>
</file>

<file path=ppt/slideLayouts/_rels/slideLayout22.xml.rels><?xml version="1.0" encoding="UTF-8"?>
<Relationships xmlns="http://schemas.openxmlformats.org/package/2006/relationships"><Relationship Id="rId1" Type="http://schemas.openxmlformats.org/officeDocument/2006/relationships/slideMaster" Target="../slideMasters/slideMaster2.xml"/>
</Relationships>
</file>

<file path=ppt/slideLayouts/_rels/slideLayout23.xml.rels><?xml version="1.0" encoding="UTF-8"?>
<Relationships xmlns="http://schemas.openxmlformats.org/package/2006/relationships"><Relationship Id="rId1" Type="http://schemas.openxmlformats.org/officeDocument/2006/relationships/slideMaster" Target="../slideMasters/slideMaster2.xml"/>
</Relationships>
</file>

<file path=ppt/slideLayouts/_rels/slideLayout24.xml.rels><?xml version="1.0" encoding="UTF-8"?>
<Relationships xmlns="http://schemas.openxmlformats.org/package/2006/relationships"><Relationship Id="rId1" Type="http://schemas.openxmlformats.org/officeDocument/2006/relationships/slideMaster" Target="../slideMasters/slideMaster2.xml"/>
</Relationships>
</file>

<file path=ppt/slideLayouts/slideLayout1.xml><?xml version="1.0" encoding="utf-8"?>
<p:sldLayout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type="blank" preserve="1">
  <p:cSld name="Blank Slide">
    <p:spTree>
      <p:nvGrpSpPr>
        <p:cNvPr id="1" name=""/>
        <p:cNvGrpSpPr/>
        <p:nvPr/>
      </p:nvGrpSpPr>
      <p:grpSpPr>
        <a:xfrm>
          <a:off x="0" y="0"/>
          <a:ext cx="0" cy="0"/>
          <a:chOff x="0" y="0"/>
          <a:chExt cx="0" cy="0"/>
        </a:xfrm>
      </p:grpSpPr>
    </p:spTree>
  </p:cSld>
</p:sldLayout>
</file>

<file path=ppt/slideLayouts/slideLayout2.xml><?xml version="1.0" encoding="utf-8"?>
<p:sldLayout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type="tx" preserve="1">
  <p:cSld name="Title Slide">
    <p:spTree>
      <p:nvGrpSpPr>
        <p:cNvPr id="1" name=""/>
        <p:cNvGrpSpPr/>
        <p:nvPr/>
      </p:nvGrpSpPr>
      <p:grpSpPr>
        <a:xfrm>
          <a:off x="0" y="0"/>
          <a:ext cx="0" cy="0"/>
          <a:chOff x="0" y="0"/>
          <a:chExt cx="0" cy="0"/>
        </a:xfrm>
      </p:grpSpPr>
      <p:sp>
        <p:nvSpPr>
          <p:cNvPr id="3" name="PlaceHolder 1"/>
          <p:cNvSpPr>
            <a:spLocks noGrp="1"/>
          </p:cNvSpPr>
          <p:nvPr>
            <p:ph type="title"/>
          </p:nvPr>
        </p:nvSpPr>
        <p:spPr>
          <a:xfrm>
            <a:off x="360000" y="270000"/>
            <a:ext cx="9359640" cy="719640"/>
          </a:xfrm>
          <a:prstGeom prst="rect">
            <a:avLst/>
          </a:prstGeom>
        </p:spPr>
        <p:txBody>
          <a:bodyPr lIns="0" rIns="0" tIns="0" bIns="0" anchor="ctr">
            <a:noAutofit/>
          </a:bodyPr>
          <a:p>
            <a:pPr algn="ctr"/>
            <a:endParaRPr b="0" lang="en-US" sz="4400" spc="-1" strike="noStrike">
              <a:latin typeface="Arial"/>
            </a:endParaRPr>
          </a:p>
        </p:txBody>
      </p:sp>
      <p:sp>
        <p:nvSpPr>
          <p:cNvPr id="4" name="PlaceHolder 2"/>
          <p:cNvSpPr>
            <a:spLocks noGrp="1"/>
          </p:cNvSpPr>
          <p:nvPr>
            <p:ph type="subTitle"/>
          </p:nvPr>
        </p:nvSpPr>
        <p:spPr>
          <a:xfrm>
            <a:off x="360000" y="1350000"/>
            <a:ext cx="9179640" cy="3509640"/>
          </a:xfrm>
          <a:prstGeom prst="rect">
            <a:avLst/>
          </a:prstGeom>
        </p:spPr>
        <p:txBody>
          <a:bodyPr lIns="0" rIns="0" tIns="0" bIns="0" anchor="ctr">
            <a:noAutofit/>
          </a:bodyPr>
          <a:p>
            <a:pPr algn="ctr"/>
            <a:endParaRPr b="0" lang="en-US" sz="3200" spc="-1" strike="noStrike">
              <a:latin typeface="Arial"/>
            </a:endParaRPr>
          </a:p>
        </p:txBody>
      </p:sp>
    </p:spTree>
  </p:cSld>
</p:sldLayout>
</file>

<file path=ppt/slideLayouts/slideLayout3.xml><?xml version="1.0" encoding="utf-8"?>
<p:sldLayout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type="obj" preserve="1">
  <p:cSld name="Title, Content">
    <p:spTree>
      <p:nvGrpSpPr>
        <p:cNvPr id="1" name=""/>
        <p:cNvGrpSpPr/>
        <p:nvPr/>
      </p:nvGrpSpPr>
      <p:grpSpPr>
        <a:xfrm>
          <a:off x="0" y="0"/>
          <a:ext cx="0" cy="0"/>
          <a:chOff x="0" y="0"/>
          <a:chExt cx="0" cy="0"/>
        </a:xfrm>
      </p:grpSpPr>
      <p:sp>
        <p:nvSpPr>
          <p:cNvPr id="5" name="PlaceHolder 1"/>
          <p:cNvSpPr>
            <a:spLocks noGrp="1"/>
          </p:cNvSpPr>
          <p:nvPr>
            <p:ph type="title"/>
          </p:nvPr>
        </p:nvSpPr>
        <p:spPr>
          <a:xfrm>
            <a:off x="360000" y="270000"/>
            <a:ext cx="9359640" cy="719640"/>
          </a:xfrm>
          <a:prstGeom prst="rect">
            <a:avLst/>
          </a:prstGeom>
        </p:spPr>
        <p:txBody>
          <a:bodyPr lIns="0" rIns="0" tIns="0" bIns="0" anchor="ctr">
            <a:noAutofit/>
          </a:bodyPr>
          <a:p>
            <a:pPr algn="ctr"/>
            <a:endParaRPr b="0" lang="en-US" sz="4400" spc="-1" strike="noStrike">
              <a:latin typeface="Arial"/>
            </a:endParaRPr>
          </a:p>
        </p:txBody>
      </p:sp>
      <p:sp>
        <p:nvSpPr>
          <p:cNvPr id="6" name="PlaceHolder 2"/>
          <p:cNvSpPr>
            <a:spLocks noGrp="1"/>
          </p:cNvSpPr>
          <p:nvPr>
            <p:ph type="body"/>
          </p:nvPr>
        </p:nvSpPr>
        <p:spPr>
          <a:xfrm>
            <a:off x="360000" y="1350000"/>
            <a:ext cx="9179640" cy="3509640"/>
          </a:xfrm>
          <a:prstGeom prst="rect">
            <a:avLst/>
          </a:prstGeom>
        </p:spPr>
        <p:txBody>
          <a:bodyPr lIns="0" rIns="0" tIns="0" bIns="0">
            <a:normAutofit/>
          </a:bodyPr>
          <a:p>
            <a:endParaRPr b="0" lang="en-US" sz="3200" spc="-1" strike="noStrike">
              <a:latin typeface="Arial"/>
            </a:endParaRPr>
          </a:p>
        </p:txBody>
      </p:sp>
    </p:spTree>
  </p:cSld>
</p:sldLayout>
</file>

<file path=ppt/slideLayouts/slideLayout4.xml><?xml version="1.0" encoding="utf-8"?>
<p:sldLayout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type="twoObj" preserve="1">
  <p:cSld name="Title, 2 Content">
    <p:spTree>
      <p:nvGrpSpPr>
        <p:cNvPr id="1" name=""/>
        <p:cNvGrpSpPr/>
        <p:nvPr/>
      </p:nvGrpSpPr>
      <p:grpSpPr>
        <a:xfrm>
          <a:off x="0" y="0"/>
          <a:ext cx="0" cy="0"/>
          <a:chOff x="0" y="0"/>
          <a:chExt cx="0" cy="0"/>
        </a:xfrm>
      </p:grpSpPr>
      <p:sp>
        <p:nvSpPr>
          <p:cNvPr id="7" name="PlaceHolder 1"/>
          <p:cNvSpPr>
            <a:spLocks noGrp="1"/>
          </p:cNvSpPr>
          <p:nvPr>
            <p:ph type="title"/>
          </p:nvPr>
        </p:nvSpPr>
        <p:spPr>
          <a:xfrm>
            <a:off x="360000" y="270000"/>
            <a:ext cx="9359640" cy="719640"/>
          </a:xfrm>
          <a:prstGeom prst="rect">
            <a:avLst/>
          </a:prstGeom>
        </p:spPr>
        <p:txBody>
          <a:bodyPr lIns="0" rIns="0" tIns="0" bIns="0" anchor="ctr">
            <a:noAutofit/>
          </a:bodyPr>
          <a:p>
            <a:pPr algn="ctr"/>
            <a:endParaRPr b="0" lang="en-US" sz="4400" spc="-1" strike="noStrike">
              <a:latin typeface="Arial"/>
            </a:endParaRPr>
          </a:p>
        </p:txBody>
      </p:sp>
      <p:sp>
        <p:nvSpPr>
          <p:cNvPr id="8" name="PlaceHolder 2"/>
          <p:cNvSpPr>
            <a:spLocks noGrp="1"/>
          </p:cNvSpPr>
          <p:nvPr>
            <p:ph type="body"/>
          </p:nvPr>
        </p:nvSpPr>
        <p:spPr>
          <a:xfrm>
            <a:off x="360000" y="1350000"/>
            <a:ext cx="4479480" cy="3509640"/>
          </a:xfrm>
          <a:prstGeom prst="rect">
            <a:avLst/>
          </a:prstGeom>
        </p:spPr>
        <p:txBody>
          <a:bodyPr lIns="0" rIns="0" tIns="0" bIns="0">
            <a:normAutofit/>
          </a:bodyPr>
          <a:p>
            <a:endParaRPr b="0" lang="en-US" sz="3200" spc="-1" strike="noStrike">
              <a:latin typeface="Arial"/>
            </a:endParaRPr>
          </a:p>
        </p:txBody>
      </p:sp>
      <p:sp>
        <p:nvSpPr>
          <p:cNvPr id="9" name="PlaceHolder 3"/>
          <p:cNvSpPr>
            <a:spLocks noGrp="1"/>
          </p:cNvSpPr>
          <p:nvPr>
            <p:ph type="body"/>
          </p:nvPr>
        </p:nvSpPr>
        <p:spPr>
          <a:xfrm>
            <a:off x="5063760" y="1350000"/>
            <a:ext cx="4479480" cy="3509640"/>
          </a:xfrm>
          <a:prstGeom prst="rect">
            <a:avLst/>
          </a:prstGeom>
        </p:spPr>
        <p:txBody>
          <a:bodyPr lIns="0" rIns="0" tIns="0" bIns="0">
            <a:normAutofit/>
          </a:bodyPr>
          <a:p>
            <a:endParaRPr b="0" lang="en-US" sz="3200" spc="-1" strike="noStrike">
              <a:latin typeface="Arial"/>
            </a:endParaRPr>
          </a:p>
        </p:txBody>
      </p:sp>
    </p:spTree>
  </p:cSld>
</p:sldLayout>
</file>

<file path=ppt/slideLayouts/slideLayout5.xml><?xml version="1.0" encoding="utf-8"?>
<p:sldLayout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type="titleOnly" preserve="1">
  <p:cSld name="Title Only">
    <p:spTree>
      <p:nvGrpSpPr>
        <p:cNvPr id="1" name=""/>
        <p:cNvGrpSpPr/>
        <p:nvPr/>
      </p:nvGrpSpPr>
      <p:grpSpPr>
        <a:xfrm>
          <a:off x="0" y="0"/>
          <a:ext cx="0" cy="0"/>
          <a:chOff x="0" y="0"/>
          <a:chExt cx="0" cy="0"/>
        </a:xfrm>
      </p:grpSpPr>
      <p:sp>
        <p:nvSpPr>
          <p:cNvPr id="10" name="PlaceHolder 1"/>
          <p:cNvSpPr>
            <a:spLocks noGrp="1"/>
          </p:cNvSpPr>
          <p:nvPr>
            <p:ph type="title"/>
          </p:nvPr>
        </p:nvSpPr>
        <p:spPr>
          <a:xfrm>
            <a:off x="360000" y="270000"/>
            <a:ext cx="9359640" cy="719640"/>
          </a:xfrm>
          <a:prstGeom prst="rect">
            <a:avLst/>
          </a:prstGeom>
        </p:spPr>
        <p:txBody>
          <a:bodyPr lIns="0" rIns="0" tIns="0" bIns="0" anchor="ctr">
            <a:noAutofit/>
          </a:bodyPr>
          <a:p>
            <a:pPr algn="ctr"/>
            <a:endParaRPr b="0" lang="en-US" sz="4400" spc="-1" strike="noStrike">
              <a:latin typeface="Arial"/>
            </a:endParaRPr>
          </a:p>
        </p:txBody>
      </p:sp>
    </p:spTree>
  </p:cSld>
</p:sldLayout>
</file>

<file path=ppt/slideLayouts/slideLayout6.xml><?xml version="1.0" encoding="utf-8"?>
<p:sldLayout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type="objOnly" preserve="1">
  <p:cSld name="Centered Text">
    <p:spTree>
      <p:nvGrpSpPr>
        <p:cNvPr id="1" name=""/>
        <p:cNvGrpSpPr/>
        <p:nvPr/>
      </p:nvGrpSpPr>
      <p:grpSpPr>
        <a:xfrm>
          <a:off x="0" y="0"/>
          <a:ext cx="0" cy="0"/>
          <a:chOff x="0" y="0"/>
          <a:chExt cx="0" cy="0"/>
        </a:xfrm>
      </p:grpSpPr>
      <p:sp>
        <p:nvSpPr>
          <p:cNvPr id="11" name="PlaceHolder 1"/>
          <p:cNvSpPr>
            <a:spLocks noGrp="1"/>
          </p:cNvSpPr>
          <p:nvPr>
            <p:ph type="subTitle"/>
          </p:nvPr>
        </p:nvSpPr>
        <p:spPr>
          <a:xfrm>
            <a:off x="360000" y="270000"/>
            <a:ext cx="9359640" cy="3337200"/>
          </a:xfrm>
          <a:prstGeom prst="rect">
            <a:avLst/>
          </a:prstGeom>
        </p:spPr>
        <p:txBody>
          <a:bodyPr lIns="0" rIns="0" tIns="0" bIns="0" anchor="ctr">
            <a:noAutofit/>
          </a:bodyPr>
          <a:p>
            <a:pPr algn="ctr"/>
            <a:endParaRPr b="0" lang="en-US" sz="3200" spc="-1" strike="noStrike">
              <a:latin typeface="Arial"/>
            </a:endParaRPr>
          </a:p>
        </p:txBody>
      </p:sp>
    </p:spTree>
  </p:cSld>
</p:sldLayout>
</file>

<file path=ppt/slideLayouts/slideLayout7.xml><?xml version="1.0" encoding="utf-8"?>
<p:sldLayout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type="twoObjAndObj" preserve="1">
  <p:cSld name="Title, 2 Content and Content">
    <p:spTree>
      <p:nvGrpSpPr>
        <p:cNvPr id="1" name=""/>
        <p:cNvGrpSpPr/>
        <p:nvPr/>
      </p:nvGrpSpPr>
      <p:grpSpPr>
        <a:xfrm>
          <a:off x="0" y="0"/>
          <a:ext cx="0" cy="0"/>
          <a:chOff x="0" y="0"/>
          <a:chExt cx="0" cy="0"/>
        </a:xfrm>
      </p:grpSpPr>
      <p:sp>
        <p:nvSpPr>
          <p:cNvPr id="12" name="PlaceHolder 1"/>
          <p:cNvSpPr>
            <a:spLocks noGrp="1"/>
          </p:cNvSpPr>
          <p:nvPr>
            <p:ph type="title"/>
          </p:nvPr>
        </p:nvSpPr>
        <p:spPr>
          <a:xfrm>
            <a:off x="360000" y="270000"/>
            <a:ext cx="9359640" cy="719640"/>
          </a:xfrm>
          <a:prstGeom prst="rect">
            <a:avLst/>
          </a:prstGeom>
        </p:spPr>
        <p:txBody>
          <a:bodyPr lIns="0" rIns="0" tIns="0" bIns="0" anchor="ctr">
            <a:noAutofit/>
          </a:bodyPr>
          <a:p>
            <a:pPr algn="ctr"/>
            <a:endParaRPr b="0" lang="en-US" sz="4400" spc="-1" strike="noStrike">
              <a:latin typeface="Arial"/>
            </a:endParaRPr>
          </a:p>
        </p:txBody>
      </p:sp>
      <p:sp>
        <p:nvSpPr>
          <p:cNvPr id="13" name="PlaceHolder 2"/>
          <p:cNvSpPr>
            <a:spLocks noGrp="1"/>
          </p:cNvSpPr>
          <p:nvPr>
            <p:ph type="body"/>
          </p:nvPr>
        </p:nvSpPr>
        <p:spPr>
          <a:xfrm>
            <a:off x="360000" y="1350000"/>
            <a:ext cx="4479480" cy="1674000"/>
          </a:xfrm>
          <a:prstGeom prst="rect">
            <a:avLst/>
          </a:prstGeom>
        </p:spPr>
        <p:txBody>
          <a:bodyPr lIns="0" rIns="0" tIns="0" bIns="0">
            <a:normAutofit/>
          </a:bodyPr>
          <a:p>
            <a:endParaRPr b="0" lang="en-US" sz="3200" spc="-1" strike="noStrike">
              <a:latin typeface="Arial"/>
            </a:endParaRPr>
          </a:p>
        </p:txBody>
      </p:sp>
      <p:sp>
        <p:nvSpPr>
          <p:cNvPr id="14" name="PlaceHolder 3"/>
          <p:cNvSpPr>
            <a:spLocks noGrp="1"/>
          </p:cNvSpPr>
          <p:nvPr>
            <p:ph type="body"/>
          </p:nvPr>
        </p:nvSpPr>
        <p:spPr>
          <a:xfrm>
            <a:off x="5063760" y="1350000"/>
            <a:ext cx="4479480" cy="3509640"/>
          </a:xfrm>
          <a:prstGeom prst="rect">
            <a:avLst/>
          </a:prstGeom>
        </p:spPr>
        <p:txBody>
          <a:bodyPr lIns="0" rIns="0" tIns="0" bIns="0">
            <a:normAutofit/>
          </a:bodyPr>
          <a:p>
            <a:endParaRPr b="0" lang="en-US" sz="3200" spc="-1" strike="noStrike">
              <a:latin typeface="Arial"/>
            </a:endParaRPr>
          </a:p>
        </p:txBody>
      </p:sp>
      <p:sp>
        <p:nvSpPr>
          <p:cNvPr id="15" name="PlaceHolder 4"/>
          <p:cNvSpPr>
            <a:spLocks noGrp="1"/>
          </p:cNvSpPr>
          <p:nvPr>
            <p:ph type="body"/>
          </p:nvPr>
        </p:nvSpPr>
        <p:spPr>
          <a:xfrm>
            <a:off x="360000" y="3183480"/>
            <a:ext cx="4479480" cy="1674000"/>
          </a:xfrm>
          <a:prstGeom prst="rect">
            <a:avLst/>
          </a:prstGeom>
        </p:spPr>
        <p:txBody>
          <a:bodyPr lIns="0" rIns="0" tIns="0" bIns="0">
            <a:normAutofit/>
          </a:bodyPr>
          <a:p>
            <a:endParaRPr b="0" lang="en-US" sz="3200" spc="-1" strike="noStrike">
              <a:latin typeface="Arial"/>
            </a:endParaRPr>
          </a:p>
        </p:txBody>
      </p:sp>
    </p:spTree>
  </p:cSld>
</p:sldLayout>
</file>

<file path=ppt/slideLayouts/slideLayout8.xml><?xml version="1.0" encoding="utf-8"?>
<p:sldLayout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type="objAndTwoObj" preserve="1">
  <p:cSld name="Title Content and 2 Content">
    <p:spTree>
      <p:nvGrpSpPr>
        <p:cNvPr id="1" name=""/>
        <p:cNvGrpSpPr/>
        <p:nvPr/>
      </p:nvGrpSpPr>
      <p:grpSpPr>
        <a:xfrm>
          <a:off x="0" y="0"/>
          <a:ext cx="0" cy="0"/>
          <a:chOff x="0" y="0"/>
          <a:chExt cx="0" cy="0"/>
        </a:xfrm>
      </p:grpSpPr>
      <p:sp>
        <p:nvSpPr>
          <p:cNvPr id="16" name="PlaceHolder 1"/>
          <p:cNvSpPr>
            <a:spLocks noGrp="1"/>
          </p:cNvSpPr>
          <p:nvPr>
            <p:ph type="title"/>
          </p:nvPr>
        </p:nvSpPr>
        <p:spPr>
          <a:xfrm>
            <a:off x="360000" y="270000"/>
            <a:ext cx="9359640" cy="719640"/>
          </a:xfrm>
          <a:prstGeom prst="rect">
            <a:avLst/>
          </a:prstGeom>
        </p:spPr>
        <p:txBody>
          <a:bodyPr lIns="0" rIns="0" tIns="0" bIns="0" anchor="ctr">
            <a:noAutofit/>
          </a:bodyPr>
          <a:p>
            <a:pPr algn="ctr"/>
            <a:endParaRPr b="0" lang="en-US" sz="4400" spc="-1" strike="noStrike">
              <a:latin typeface="Arial"/>
            </a:endParaRPr>
          </a:p>
        </p:txBody>
      </p:sp>
      <p:sp>
        <p:nvSpPr>
          <p:cNvPr id="17" name="PlaceHolder 2"/>
          <p:cNvSpPr>
            <a:spLocks noGrp="1"/>
          </p:cNvSpPr>
          <p:nvPr>
            <p:ph type="body"/>
          </p:nvPr>
        </p:nvSpPr>
        <p:spPr>
          <a:xfrm>
            <a:off x="360000" y="1350000"/>
            <a:ext cx="4479480" cy="3509640"/>
          </a:xfrm>
          <a:prstGeom prst="rect">
            <a:avLst/>
          </a:prstGeom>
        </p:spPr>
        <p:txBody>
          <a:bodyPr lIns="0" rIns="0" tIns="0" bIns="0">
            <a:normAutofit/>
          </a:bodyPr>
          <a:p>
            <a:endParaRPr b="0" lang="en-US" sz="3200" spc="-1" strike="noStrike">
              <a:latin typeface="Arial"/>
            </a:endParaRPr>
          </a:p>
        </p:txBody>
      </p:sp>
      <p:sp>
        <p:nvSpPr>
          <p:cNvPr id="18" name="PlaceHolder 3"/>
          <p:cNvSpPr>
            <a:spLocks noGrp="1"/>
          </p:cNvSpPr>
          <p:nvPr>
            <p:ph type="body"/>
          </p:nvPr>
        </p:nvSpPr>
        <p:spPr>
          <a:xfrm>
            <a:off x="5063760" y="1350000"/>
            <a:ext cx="4479480" cy="1674000"/>
          </a:xfrm>
          <a:prstGeom prst="rect">
            <a:avLst/>
          </a:prstGeom>
        </p:spPr>
        <p:txBody>
          <a:bodyPr lIns="0" rIns="0" tIns="0" bIns="0">
            <a:normAutofit/>
          </a:bodyPr>
          <a:p>
            <a:endParaRPr b="0" lang="en-US" sz="3200" spc="-1" strike="noStrike">
              <a:latin typeface="Arial"/>
            </a:endParaRPr>
          </a:p>
        </p:txBody>
      </p:sp>
      <p:sp>
        <p:nvSpPr>
          <p:cNvPr id="19" name="PlaceHolder 4"/>
          <p:cNvSpPr>
            <a:spLocks noGrp="1"/>
          </p:cNvSpPr>
          <p:nvPr>
            <p:ph type="body"/>
          </p:nvPr>
        </p:nvSpPr>
        <p:spPr>
          <a:xfrm>
            <a:off x="5063760" y="3183480"/>
            <a:ext cx="4479480" cy="1674000"/>
          </a:xfrm>
          <a:prstGeom prst="rect">
            <a:avLst/>
          </a:prstGeom>
        </p:spPr>
        <p:txBody>
          <a:bodyPr lIns="0" rIns="0" tIns="0" bIns="0">
            <a:normAutofit/>
          </a:bodyPr>
          <a:p>
            <a:endParaRPr b="0" lang="en-US" sz="3200" spc="-1" strike="noStrike">
              <a:latin typeface="Arial"/>
            </a:endParaRPr>
          </a:p>
        </p:txBody>
      </p:sp>
    </p:spTree>
  </p:cSld>
</p:sldLayout>
</file>

<file path=ppt/slideLayouts/slideLayout9.xml><?xml version="1.0" encoding="utf-8"?>
<p:sldLayout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type="twoObjOverTx" preserve="1">
  <p:cSld name="Title, 2 Content over Content">
    <p:spTree>
      <p:nvGrpSpPr>
        <p:cNvPr id="1" name=""/>
        <p:cNvGrpSpPr/>
        <p:nvPr/>
      </p:nvGrpSpPr>
      <p:grpSpPr>
        <a:xfrm>
          <a:off x="0" y="0"/>
          <a:ext cx="0" cy="0"/>
          <a:chOff x="0" y="0"/>
          <a:chExt cx="0" cy="0"/>
        </a:xfrm>
      </p:grpSpPr>
      <p:sp>
        <p:nvSpPr>
          <p:cNvPr id="20" name="PlaceHolder 1"/>
          <p:cNvSpPr>
            <a:spLocks noGrp="1"/>
          </p:cNvSpPr>
          <p:nvPr>
            <p:ph type="title"/>
          </p:nvPr>
        </p:nvSpPr>
        <p:spPr>
          <a:xfrm>
            <a:off x="360000" y="270000"/>
            <a:ext cx="9359640" cy="719640"/>
          </a:xfrm>
          <a:prstGeom prst="rect">
            <a:avLst/>
          </a:prstGeom>
        </p:spPr>
        <p:txBody>
          <a:bodyPr lIns="0" rIns="0" tIns="0" bIns="0" anchor="ctr">
            <a:noAutofit/>
          </a:bodyPr>
          <a:p>
            <a:pPr algn="ctr"/>
            <a:endParaRPr b="0" lang="en-US" sz="4400" spc="-1" strike="noStrike">
              <a:latin typeface="Arial"/>
            </a:endParaRPr>
          </a:p>
        </p:txBody>
      </p:sp>
      <p:sp>
        <p:nvSpPr>
          <p:cNvPr id="21" name="PlaceHolder 2"/>
          <p:cNvSpPr>
            <a:spLocks noGrp="1"/>
          </p:cNvSpPr>
          <p:nvPr>
            <p:ph type="body"/>
          </p:nvPr>
        </p:nvSpPr>
        <p:spPr>
          <a:xfrm>
            <a:off x="360000" y="1350000"/>
            <a:ext cx="4479480" cy="1674000"/>
          </a:xfrm>
          <a:prstGeom prst="rect">
            <a:avLst/>
          </a:prstGeom>
        </p:spPr>
        <p:txBody>
          <a:bodyPr lIns="0" rIns="0" tIns="0" bIns="0">
            <a:normAutofit/>
          </a:bodyPr>
          <a:p>
            <a:endParaRPr b="0" lang="en-US" sz="3200" spc="-1" strike="noStrike">
              <a:latin typeface="Arial"/>
            </a:endParaRPr>
          </a:p>
        </p:txBody>
      </p:sp>
      <p:sp>
        <p:nvSpPr>
          <p:cNvPr id="22" name="PlaceHolder 3"/>
          <p:cNvSpPr>
            <a:spLocks noGrp="1"/>
          </p:cNvSpPr>
          <p:nvPr>
            <p:ph type="body"/>
          </p:nvPr>
        </p:nvSpPr>
        <p:spPr>
          <a:xfrm>
            <a:off x="5063760" y="1350000"/>
            <a:ext cx="4479480" cy="1674000"/>
          </a:xfrm>
          <a:prstGeom prst="rect">
            <a:avLst/>
          </a:prstGeom>
        </p:spPr>
        <p:txBody>
          <a:bodyPr lIns="0" rIns="0" tIns="0" bIns="0">
            <a:normAutofit/>
          </a:bodyPr>
          <a:p>
            <a:endParaRPr b="0" lang="en-US" sz="3200" spc="-1" strike="noStrike">
              <a:latin typeface="Arial"/>
            </a:endParaRPr>
          </a:p>
        </p:txBody>
      </p:sp>
      <p:sp>
        <p:nvSpPr>
          <p:cNvPr id="23" name="PlaceHolder 4"/>
          <p:cNvSpPr>
            <a:spLocks noGrp="1"/>
          </p:cNvSpPr>
          <p:nvPr>
            <p:ph type="body"/>
          </p:nvPr>
        </p:nvSpPr>
        <p:spPr>
          <a:xfrm>
            <a:off x="360000" y="3183480"/>
            <a:ext cx="9179640" cy="1674000"/>
          </a:xfrm>
          <a:prstGeom prst="rect">
            <a:avLst/>
          </a:prstGeom>
        </p:spPr>
        <p:txBody>
          <a:bodyPr lIns="0" rIns="0" tIns="0" bIns="0">
            <a:normAutofit/>
          </a:bodyPr>
          <a:p>
            <a:endParaRPr b="0" lang="en-US" sz="3200" spc="-1" strike="noStrike">
              <a:latin typeface="Arial"/>
            </a:endParaRPr>
          </a:p>
        </p:txBody>
      </p:sp>
    </p:spTree>
  </p:cSld>
</p:sldLayout>
</file>

<file path=ppt/slideLayouts/slideLayout10.xml><?xml version="1.0" encoding="utf-8"?>
<p:sldLayout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type="objOverTx" preserve="1">
  <p:cSld name="Title, Content over Content">
    <p:spTree>
      <p:nvGrpSpPr>
        <p:cNvPr id="1" name=""/>
        <p:cNvGrpSpPr/>
        <p:nvPr/>
      </p:nvGrpSpPr>
      <p:grpSpPr>
        <a:xfrm>
          <a:off x="0" y="0"/>
          <a:ext cx="0" cy="0"/>
          <a:chOff x="0" y="0"/>
          <a:chExt cx="0" cy="0"/>
        </a:xfrm>
      </p:grpSpPr>
      <p:sp>
        <p:nvSpPr>
          <p:cNvPr id="24" name="PlaceHolder 1"/>
          <p:cNvSpPr>
            <a:spLocks noGrp="1"/>
          </p:cNvSpPr>
          <p:nvPr>
            <p:ph type="title"/>
          </p:nvPr>
        </p:nvSpPr>
        <p:spPr>
          <a:xfrm>
            <a:off x="360000" y="270000"/>
            <a:ext cx="9359640" cy="719640"/>
          </a:xfrm>
          <a:prstGeom prst="rect">
            <a:avLst/>
          </a:prstGeom>
        </p:spPr>
        <p:txBody>
          <a:bodyPr lIns="0" rIns="0" tIns="0" bIns="0" anchor="ctr">
            <a:noAutofit/>
          </a:bodyPr>
          <a:p>
            <a:pPr algn="ctr"/>
            <a:endParaRPr b="0" lang="en-US" sz="4400" spc="-1" strike="noStrike">
              <a:latin typeface="Arial"/>
            </a:endParaRPr>
          </a:p>
        </p:txBody>
      </p:sp>
      <p:sp>
        <p:nvSpPr>
          <p:cNvPr id="25" name="PlaceHolder 2"/>
          <p:cNvSpPr>
            <a:spLocks noGrp="1"/>
          </p:cNvSpPr>
          <p:nvPr>
            <p:ph type="body"/>
          </p:nvPr>
        </p:nvSpPr>
        <p:spPr>
          <a:xfrm>
            <a:off x="360000" y="1350000"/>
            <a:ext cx="9179640" cy="1674000"/>
          </a:xfrm>
          <a:prstGeom prst="rect">
            <a:avLst/>
          </a:prstGeom>
        </p:spPr>
        <p:txBody>
          <a:bodyPr lIns="0" rIns="0" tIns="0" bIns="0">
            <a:normAutofit/>
          </a:bodyPr>
          <a:p>
            <a:endParaRPr b="0" lang="en-US" sz="3200" spc="-1" strike="noStrike">
              <a:latin typeface="Arial"/>
            </a:endParaRPr>
          </a:p>
        </p:txBody>
      </p:sp>
      <p:sp>
        <p:nvSpPr>
          <p:cNvPr id="26" name="PlaceHolder 3"/>
          <p:cNvSpPr>
            <a:spLocks noGrp="1"/>
          </p:cNvSpPr>
          <p:nvPr>
            <p:ph type="body"/>
          </p:nvPr>
        </p:nvSpPr>
        <p:spPr>
          <a:xfrm>
            <a:off x="360000" y="3183480"/>
            <a:ext cx="9179640" cy="1674000"/>
          </a:xfrm>
          <a:prstGeom prst="rect">
            <a:avLst/>
          </a:prstGeom>
        </p:spPr>
        <p:txBody>
          <a:bodyPr lIns="0" rIns="0" tIns="0" bIns="0">
            <a:normAutofit/>
          </a:bodyPr>
          <a:p>
            <a:endParaRPr b="0" lang="en-US" sz="3200" spc="-1" strike="noStrike">
              <a:latin typeface="Arial"/>
            </a:endParaRPr>
          </a:p>
        </p:txBody>
      </p:sp>
    </p:spTree>
  </p:cSld>
</p:sldLayout>
</file>

<file path=ppt/slideLayouts/slideLayout11.xml><?xml version="1.0" encoding="utf-8"?>
<p:sldLayout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type="fourObj" preserve="1">
  <p:cSld name="Title, 4 Content">
    <p:spTree>
      <p:nvGrpSpPr>
        <p:cNvPr id="1" name=""/>
        <p:cNvGrpSpPr/>
        <p:nvPr/>
      </p:nvGrpSpPr>
      <p:grpSpPr>
        <a:xfrm>
          <a:off x="0" y="0"/>
          <a:ext cx="0" cy="0"/>
          <a:chOff x="0" y="0"/>
          <a:chExt cx="0" cy="0"/>
        </a:xfrm>
      </p:grpSpPr>
      <p:sp>
        <p:nvSpPr>
          <p:cNvPr id="27" name="PlaceHolder 1"/>
          <p:cNvSpPr>
            <a:spLocks noGrp="1"/>
          </p:cNvSpPr>
          <p:nvPr>
            <p:ph type="title"/>
          </p:nvPr>
        </p:nvSpPr>
        <p:spPr>
          <a:xfrm>
            <a:off x="360000" y="270000"/>
            <a:ext cx="9359640" cy="719640"/>
          </a:xfrm>
          <a:prstGeom prst="rect">
            <a:avLst/>
          </a:prstGeom>
        </p:spPr>
        <p:txBody>
          <a:bodyPr lIns="0" rIns="0" tIns="0" bIns="0" anchor="ctr">
            <a:noAutofit/>
          </a:bodyPr>
          <a:p>
            <a:pPr algn="ctr"/>
            <a:endParaRPr b="0" lang="en-US" sz="4400" spc="-1" strike="noStrike">
              <a:latin typeface="Arial"/>
            </a:endParaRPr>
          </a:p>
        </p:txBody>
      </p:sp>
      <p:sp>
        <p:nvSpPr>
          <p:cNvPr id="28" name="PlaceHolder 2"/>
          <p:cNvSpPr>
            <a:spLocks noGrp="1"/>
          </p:cNvSpPr>
          <p:nvPr>
            <p:ph type="body"/>
          </p:nvPr>
        </p:nvSpPr>
        <p:spPr>
          <a:xfrm>
            <a:off x="360000" y="1350000"/>
            <a:ext cx="4479480" cy="1674000"/>
          </a:xfrm>
          <a:prstGeom prst="rect">
            <a:avLst/>
          </a:prstGeom>
        </p:spPr>
        <p:txBody>
          <a:bodyPr lIns="0" rIns="0" tIns="0" bIns="0">
            <a:normAutofit/>
          </a:bodyPr>
          <a:p>
            <a:endParaRPr b="0" lang="en-US" sz="3200" spc="-1" strike="noStrike">
              <a:latin typeface="Arial"/>
            </a:endParaRPr>
          </a:p>
        </p:txBody>
      </p:sp>
      <p:sp>
        <p:nvSpPr>
          <p:cNvPr id="29" name="PlaceHolder 3"/>
          <p:cNvSpPr>
            <a:spLocks noGrp="1"/>
          </p:cNvSpPr>
          <p:nvPr>
            <p:ph type="body"/>
          </p:nvPr>
        </p:nvSpPr>
        <p:spPr>
          <a:xfrm>
            <a:off x="5063760" y="1350000"/>
            <a:ext cx="4479480" cy="1674000"/>
          </a:xfrm>
          <a:prstGeom prst="rect">
            <a:avLst/>
          </a:prstGeom>
        </p:spPr>
        <p:txBody>
          <a:bodyPr lIns="0" rIns="0" tIns="0" bIns="0">
            <a:normAutofit/>
          </a:bodyPr>
          <a:p>
            <a:endParaRPr b="0" lang="en-US" sz="3200" spc="-1" strike="noStrike">
              <a:latin typeface="Arial"/>
            </a:endParaRPr>
          </a:p>
        </p:txBody>
      </p:sp>
      <p:sp>
        <p:nvSpPr>
          <p:cNvPr id="30" name="PlaceHolder 4"/>
          <p:cNvSpPr>
            <a:spLocks noGrp="1"/>
          </p:cNvSpPr>
          <p:nvPr>
            <p:ph type="body"/>
          </p:nvPr>
        </p:nvSpPr>
        <p:spPr>
          <a:xfrm>
            <a:off x="360000" y="3183480"/>
            <a:ext cx="4479480" cy="1674000"/>
          </a:xfrm>
          <a:prstGeom prst="rect">
            <a:avLst/>
          </a:prstGeom>
        </p:spPr>
        <p:txBody>
          <a:bodyPr lIns="0" rIns="0" tIns="0" bIns="0">
            <a:normAutofit/>
          </a:bodyPr>
          <a:p>
            <a:endParaRPr b="0" lang="en-US" sz="3200" spc="-1" strike="noStrike">
              <a:latin typeface="Arial"/>
            </a:endParaRPr>
          </a:p>
        </p:txBody>
      </p:sp>
      <p:sp>
        <p:nvSpPr>
          <p:cNvPr id="31" name="PlaceHolder 5"/>
          <p:cNvSpPr>
            <a:spLocks noGrp="1"/>
          </p:cNvSpPr>
          <p:nvPr>
            <p:ph type="body"/>
          </p:nvPr>
        </p:nvSpPr>
        <p:spPr>
          <a:xfrm>
            <a:off x="5063760" y="3183480"/>
            <a:ext cx="4479480" cy="1674000"/>
          </a:xfrm>
          <a:prstGeom prst="rect">
            <a:avLst/>
          </a:prstGeom>
        </p:spPr>
        <p:txBody>
          <a:bodyPr lIns="0" rIns="0" tIns="0" bIns="0">
            <a:normAutofit/>
          </a:bodyPr>
          <a:p>
            <a:endParaRPr b="0" lang="en-US" sz="3200" spc="-1" strike="noStrike">
              <a:latin typeface="Arial"/>
            </a:endParaRPr>
          </a:p>
        </p:txBody>
      </p:sp>
    </p:spTree>
  </p:cSld>
</p:sldLayout>
</file>

<file path=ppt/slideLayouts/slideLayout12.xml><?xml version="1.0" encoding="utf-8"?>
<p:sldLayout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type="blank" preserve="1">
  <p:cSld name="Title, 6 Content">
    <p:spTree>
      <p:nvGrpSpPr>
        <p:cNvPr id="1" name=""/>
        <p:cNvGrpSpPr/>
        <p:nvPr/>
      </p:nvGrpSpPr>
      <p:grpSpPr>
        <a:xfrm>
          <a:off x="0" y="0"/>
          <a:ext cx="0" cy="0"/>
          <a:chOff x="0" y="0"/>
          <a:chExt cx="0" cy="0"/>
        </a:xfrm>
      </p:grpSpPr>
      <p:sp>
        <p:nvSpPr>
          <p:cNvPr id="32" name="PlaceHolder 1"/>
          <p:cNvSpPr>
            <a:spLocks noGrp="1"/>
          </p:cNvSpPr>
          <p:nvPr>
            <p:ph type="title"/>
          </p:nvPr>
        </p:nvSpPr>
        <p:spPr>
          <a:xfrm>
            <a:off x="360000" y="270000"/>
            <a:ext cx="9359640" cy="719640"/>
          </a:xfrm>
          <a:prstGeom prst="rect">
            <a:avLst/>
          </a:prstGeom>
        </p:spPr>
        <p:txBody>
          <a:bodyPr lIns="0" rIns="0" tIns="0" bIns="0" anchor="ctr">
            <a:noAutofit/>
          </a:bodyPr>
          <a:p>
            <a:pPr algn="ctr"/>
            <a:endParaRPr b="0" lang="en-US" sz="4400" spc="-1" strike="noStrike">
              <a:latin typeface="Arial"/>
            </a:endParaRPr>
          </a:p>
        </p:txBody>
      </p:sp>
      <p:sp>
        <p:nvSpPr>
          <p:cNvPr id="33" name="PlaceHolder 2"/>
          <p:cNvSpPr>
            <a:spLocks noGrp="1"/>
          </p:cNvSpPr>
          <p:nvPr>
            <p:ph type="body"/>
          </p:nvPr>
        </p:nvSpPr>
        <p:spPr>
          <a:xfrm>
            <a:off x="360000" y="1350000"/>
            <a:ext cx="2955600" cy="1674000"/>
          </a:xfrm>
          <a:prstGeom prst="rect">
            <a:avLst/>
          </a:prstGeom>
        </p:spPr>
        <p:txBody>
          <a:bodyPr lIns="0" rIns="0" tIns="0" bIns="0">
            <a:normAutofit/>
          </a:bodyPr>
          <a:p>
            <a:endParaRPr b="0" lang="en-US" sz="3200" spc="-1" strike="noStrike">
              <a:latin typeface="Arial"/>
            </a:endParaRPr>
          </a:p>
        </p:txBody>
      </p:sp>
      <p:sp>
        <p:nvSpPr>
          <p:cNvPr id="34" name="PlaceHolder 3"/>
          <p:cNvSpPr>
            <a:spLocks noGrp="1"/>
          </p:cNvSpPr>
          <p:nvPr>
            <p:ph type="body"/>
          </p:nvPr>
        </p:nvSpPr>
        <p:spPr>
          <a:xfrm>
            <a:off x="3463920" y="1350000"/>
            <a:ext cx="2955600" cy="1674000"/>
          </a:xfrm>
          <a:prstGeom prst="rect">
            <a:avLst/>
          </a:prstGeom>
        </p:spPr>
        <p:txBody>
          <a:bodyPr lIns="0" rIns="0" tIns="0" bIns="0">
            <a:normAutofit/>
          </a:bodyPr>
          <a:p>
            <a:endParaRPr b="0" lang="en-US" sz="3200" spc="-1" strike="noStrike">
              <a:latin typeface="Arial"/>
            </a:endParaRPr>
          </a:p>
        </p:txBody>
      </p:sp>
      <p:sp>
        <p:nvSpPr>
          <p:cNvPr id="35" name="PlaceHolder 4"/>
          <p:cNvSpPr>
            <a:spLocks noGrp="1"/>
          </p:cNvSpPr>
          <p:nvPr>
            <p:ph type="body"/>
          </p:nvPr>
        </p:nvSpPr>
        <p:spPr>
          <a:xfrm>
            <a:off x="6567480" y="1350000"/>
            <a:ext cx="2955600" cy="1674000"/>
          </a:xfrm>
          <a:prstGeom prst="rect">
            <a:avLst/>
          </a:prstGeom>
        </p:spPr>
        <p:txBody>
          <a:bodyPr lIns="0" rIns="0" tIns="0" bIns="0">
            <a:normAutofit/>
          </a:bodyPr>
          <a:p>
            <a:endParaRPr b="0" lang="en-US" sz="3200" spc="-1" strike="noStrike">
              <a:latin typeface="Arial"/>
            </a:endParaRPr>
          </a:p>
        </p:txBody>
      </p:sp>
      <p:sp>
        <p:nvSpPr>
          <p:cNvPr id="36" name="PlaceHolder 5"/>
          <p:cNvSpPr>
            <a:spLocks noGrp="1"/>
          </p:cNvSpPr>
          <p:nvPr>
            <p:ph type="body"/>
          </p:nvPr>
        </p:nvSpPr>
        <p:spPr>
          <a:xfrm>
            <a:off x="360000" y="3183480"/>
            <a:ext cx="2955600" cy="1674000"/>
          </a:xfrm>
          <a:prstGeom prst="rect">
            <a:avLst/>
          </a:prstGeom>
        </p:spPr>
        <p:txBody>
          <a:bodyPr lIns="0" rIns="0" tIns="0" bIns="0">
            <a:normAutofit/>
          </a:bodyPr>
          <a:p>
            <a:endParaRPr b="0" lang="en-US" sz="3200" spc="-1" strike="noStrike">
              <a:latin typeface="Arial"/>
            </a:endParaRPr>
          </a:p>
        </p:txBody>
      </p:sp>
      <p:sp>
        <p:nvSpPr>
          <p:cNvPr id="37" name="PlaceHolder 6"/>
          <p:cNvSpPr>
            <a:spLocks noGrp="1"/>
          </p:cNvSpPr>
          <p:nvPr>
            <p:ph type="body"/>
          </p:nvPr>
        </p:nvSpPr>
        <p:spPr>
          <a:xfrm>
            <a:off x="3463920" y="3183480"/>
            <a:ext cx="2955600" cy="1674000"/>
          </a:xfrm>
          <a:prstGeom prst="rect">
            <a:avLst/>
          </a:prstGeom>
        </p:spPr>
        <p:txBody>
          <a:bodyPr lIns="0" rIns="0" tIns="0" bIns="0">
            <a:normAutofit/>
          </a:bodyPr>
          <a:p>
            <a:endParaRPr b="0" lang="en-US" sz="3200" spc="-1" strike="noStrike">
              <a:latin typeface="Arial"/>
            </a:endParaRPr>
          </a:p>
        </p:txBody>
      </p:sp>
      <p:sp>
        <p:nvSpPr>
          <p:cNvPr id="38" name="PlaceHolder 7"/>
          <p:cNvSpPr>
            <a:spLocks noGrp="1"/>
          </p:cNvSpPr>
          <p:nvPr>
            <p:ph type="body"/>
          </p:nvPr>
        </p:nvSpPr>
        <p:spPr>
          <a:xfrm>
            <a:off x="6567480" y="3183480"/>
            <a:ext cx="2955600" cy="1674000"/>
          </a:xfrm>
          <a:prstGeom prst="rect">
            <a:avLst/>
          </a:prstGeom>
        </p:spPr>
        <p:txBody>
          <a:bodyPr lIns="0" rIns="0" tIns="0" bIns="0">
            <a:normAutofit/>
          </a:bodyPr>
          <a:p>
            <a:endParaRPr b="0" lang="en-US" sz="3200" spc="-1" strike="noStrike">
              <a:latin typeface="Arial"/>
            </a:endParaRPr>
          </a:p>
        </p:txBody>
      </p:sp>
    </p:spTree>
  </p:cSld>
</p:sldLayout>
</file>

<file path=ppt/slideLayouts/slideLayout13.xml><?xml version="1.0" encoding="utf-8"?>
<p:sldLayout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type="blank" preserve="1">
  <p:cSld name="Blank Slide">
    <p:spTree>
      <p:nvGrpSpPr>
        <p:cNvPr id="1" name=""/>
        <p:cNvGrpSpPr/>
        <p:nvPr/>
      </p:nvGrpSpPr>
      <p:grpSpPr>
        <a:xfrm>
          <a:off x="0" y="0"/>
          <a:ext cx="0" cy="0"/>
          <a:chOff x="0" y="0"/>
          <a:chExt cx="0" cy="0"/>
        </a:xfrm>
      </p:grpSpPr>
    </p:spTree>
  </p:cSld>
</p:sldLayout>
</file>

<file path=ppt/slideLayouts/slideLayout14.xml><?xml version="1.0" encoding="utf-8"?>
<p:sldLayout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type="tx" preserve="1">
  <p:cSld name="Title Slide">
    <p:spTree>
      <p:nvGrpSpPr>
        <p:cNvPr id="1" name=""/>
        <p:cNvGrpSpPr/>
        <p:nvPr/>
      </p:nvGrpSpPr>
      <p:grpSpPr>
        <a:xfrm>
          <a:off x="0" y="0"/>
          <a:ext cx="0" cy="0"/>
          <a:chOff x="0" y="0"/>
          <a:chExt cx="0" cy="0"/>
        </a:xfrm>
      </p:grpSpPr>
      <p:sp>
        <p:nvSpPr>
          <p:cNvPr id="46" name="PlaceHolder 1"/>
          <p:cNvSpPr>
            <a:spLocks noGrp="1"/>
          </p:cNvSpPr>
          <p:nvPr>
            <p:ph type="title"/>
          </p:nvPr>
        </p:nvSpPr>
        <p:spPr>
          <a:xfrm>
            <a:off x="360000" y="270000"/>
            <a:ext cx="9359640" cy="719640"/>
          </a:xfrm>
          <a:prstGeom prst="rect">
            <a:avLst/>
          </a:prstGeom>
        </p:spPr>
        <p:txBody>
          <a:bodyPr lIns="0" rIns="0" tIns="0" bIns="0" anchor="ctr">
            <a:noAutofit/>
          </a:bodyPr>
          <a:p>
            <a:pPr algn="ctr"/>
            <a:endParaRPr b="0" lang="en-US" sz="4400" spc="-1" strike="noStrike">
              <a:latin typeface="Arial"/>
            </a:endParaRPr>
          </a:p>
        </p:txBody>
      </p:sp>
      <p:sp>
        <p:nvSpPr>
          <p:cNvPr id="47" name="PlaceHolder 2"/>
          <p:cNvSpPr>
            <a:spLocks noGrp="1"/>
          </p:cNvSpPr>
          <p:nvPr>
            <p:ph type="subTitle"/>
          </p:nvPr>
        </p:nvSpPr>
        <p:spPr>
          <a:xfrm>
            <a:off x="360000" y="1350000"/>
            <a:ext cx="9179640" cy="3509640"/>
          </a:xfrm>
          <a:prstGeom prst="rect">
            <a:avLst/>
          </a:prstGeom>
        </p:spPr>
        <p:txBody>
          <a:bodyPr lIns="0" rIns="0" tIns="0" bIns="0" anchor="ctr">
            <a:noAutofit/>
          </a:bodyPr>
          <a:p>
            <a:pPr algn="ctr"/>
            <a:endParaRPr b="0" lang="en-US" sz="3200" spc="-1" strike="noStrike">
              <a:latin typeface="Arial"/>
            </a:endParaRPr>
          </a:p>
        </p:txBody>
      </p:sp>
    </p:spTree>
  </p:cSld>
</p:sldLayout>
</file>

<file path=ppt/slideLayouts/slideLayout15.xml><?xml version="1.0" encoding="utf-8"?>
<p:sldLayout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type="obj" preserve="1">
  <p:cSld name="Title, Content">
    <p:spTree>
      <p:nvGrpSpPr>
        <p:cNvPr id="1" name=""/>
        <p:cNvGrpSpPr/>
        <p:nvPr/>
      </p:nvGrpSpPr>
      <p:grpSpPr>
        <a:xfrm>
          <a:off x="0" y="0"/>
          <a:ext cx="0" cy="0"/>
          <a:chOff x="0" y="0"/>
          <a:chExt cx="0" cy="0"/>
        </a:xfrm>
      </p:grpSpPr>
      <p:sp>
        <p:nvSpPr>
          <p:cNvPr id="48" name="PlaceHolder 1"/>
          <p:cNvSpPr>
            <a:spLocks noGrp="1"/>
          </p:cNvSpPr>
          <p:nvPr>
            <p:ph type="title"/>
          </p:nvPr>
        </p:nvSpPr>
        <p:spPr>
          <a:xfrm>
            <a:off x="360000" y="270000"/>
            <a:ext cx="9359640" cy="719640"/>
          </a:xfrm>
          <a:prstGeom prst="rect">
            <a:avLst/>
          </a:prstGeom>
        </p:spPr>
        <p:txBody>
          <a:bodyPr lIns="0" rIns="0" tIns="0" bIns="0" anchor="ctr">
            <a:noAutofit/>
          </a:bodyPr>
          <a:p>
            <a:pPr algn="ctr"/>
            <a:endParaRPr b="0" lang="en-US" sz="4400" spc="-1" strike="noStrike">
              <a:latin typeface="Arial"/>
            </a:endParaRPr>
          </a:p>
        </p:txBody>
      </p:sp>
      <p:sp>
        <p:nvSpPr>
          <p:cNvPr id="49" name="PlaceHolder 2"/>
          <p:cNvSpPr>
            <a:spLocks noGrp="1"/>
          </p:cNvSpPr>
          <p:nvPr>
            <p:ph type="body"/>
          </p:nvPr>
        </p:nvSpPr>
        <p:spPr>
          <a:xfrm>
            <a:off x="360000" y="1350000"/>
            <a:ext cx="9179640" cy="3509640"/>
          </a:xfrm>
          <a:prstGeom prst="rect">
            <a:avLst/>
          </a:prstGeom>
        </p:spPr>
        <p:txBody>
          <a:bodyPr lIns="0" rIns="0" tIns="0" bIns="0">
            <a:normAutofit/>
          </a:bodyPr>
          <a:p>
            <a:endParaRPr b="0" lang="en-US" sz="3200" spc="-1" strike="noStrike">
              <a:latin typeface="Arial"/>
            </a:endParaRPr>
          </a:p>
        </p:txBody>
      </p:sp>
    </p:spTree>
  </p:cSld>
</p:sldLayout>
</file>

<file path=ppt/slideLayouts/slideLayout16.xml><?xml version="1.0" encoding="utf-8"?>
<p:sldLayout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type="twoObj" preserve="1">
  <p:cSld name="Title, 2 Content">
    <p:spTree>
      <p:nvGrpSpPr>
        <p:cNvPr id="1" name=""/>
        <p:cNvGrpSpPr/>
        <p:nvPr/>
      </p:nvGrpSpPr>
      <p:grpSpPr>
        <a:xfrm>
          <a:off x="0" y="0"/>
          <a:ext cx="0" cy="0"/>
          <a:chOff x="0" y="0"/>
          <a:chExt cx="0" cy="0"/>
        </a:xfrm>
      </p:grpSpPr>
      <p:sp>
        <p:nvSpPr>
          <p:cNvPr id="50" name="PlaceHolder 1"/>
          <p:cNvSpPr>
            <a:spLocks noGrp="1"/>
          </p:cNvSpPr>
          <p:nvPr>
            <p:ph type="title"/>
          </p:nvPr>
        </p:nvSpPr>
        <p:spPr>
          <a:xfrm>
            <a:off x="360000" y="270000"/>
            <a:ext cx="9359640" cy="719640"/>
          </a:xfrm>
          <a:prstGeom prst="rect">
            <a:avLst/>
          </a:prstGeom>
        </p:spPr>
        <p:txBody>
          <a:bodyPr lIns="0" rIns="0" tIns="0" bIns="0" anchor="ctr">
            <a:noAutofit/>
          </a:bodyPr>
          <a:p>
            <a:pPr algn="ctr"/>
            <a:endParaRPr b="0" lang="en-US" sz="4400" spc="-1" strike="noStrike">
              <a:latin typeface="Arial"/>
            </a:endParaRPr>
          </a:p>
        </p:txBody>
      </p:sp>
      <p:sp>
        <p:nvSpPr>
          <p:cNvPr id="51" name="PlaceHolder 2"/>
          <p:cNvSpPr>
            <a:spLocks noGrp="1"/>
          </p:cNvSpPr>
          <p:nvPr>
            <p:ph type="body"/>
          </p:nvPr>
        </p:nvSpPr>
        <p:spPr>
          <a:xfrm>
            <a:off x="360000" y="1350000"/>
            <a:ext cx="4479480" cy="3509640"/>
          </a:xfrm>
          <a:prstGeom prst="rect">
            <a:avLst/>
          </a:prstGeom>
        </p:spPr>
        <p:txBody>
          <a:bodyPr lIns="0" rIns="0" tIns="0" bIns="0">
            <a:normAutofit/>
          </a:bodyPr>
          <a:p>
            <a:endParaRPr b="0" lang="en-US" sz="3200" spc="-1" strike="noStrike">
              <a:latin typeface="Arial"/>
            </a:endParaRPr>
          </a:p>
        </p:txBody>
      </p:sp>
      <p:sp>
        <p:nvSpPr>
          <p:cNvPr id="52" name="PlaceHolder 3"/>
          <p:cNvSpPr>
            <a:spLocks noGrp="1"/>
          </p:cNvSpPr>
          <p:nvPr>
            <p:ph type="body"/>
          </p:nvPr>
        </p:nvSpPr>
        <p:spPr>
          <a:xfrm>
            <a:off x="5063760" y="1350000"/>
            <a:ext cx="4479480" cy="3509640"/>
          </a:xfrm>
          <a:prstGeom prst="rect">
            <a:avLst/>
          </a:prstGeom>
        </p:spPr>
        <p:txBody>
          <a:bodyPr lIns="0" rIns="0" tIns="0" bIns="0">
            <a:normAutofit/>
          </a:bodyPr>
          <a:p>
            <a:endParaRPr b="0" lang="en-US" sz="3200" spc="-1" strike="noStrike">
              <a:latin typeface="Arial"/>
            </a:endParaRPr>
          </a:p>
        </p:txBody>
      </p:sp>
    </p:spTree>
  </p:cSld>
</p:sldLayout>
</file>

<file path=ppt/slideLayouts/slideLayout17.xml><?xml version="1.0" encoding="utf-8"?>
<p:sldLayout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type="titleOnly" preserve="1">
  <p:cSld name="Title Only">
    <p:spTree>
      <p:nvGrpSpPr>
        <p:cNvPr id="1" name=""/>
        <p:cNvGrpSpPr/>
        <p:nvPr/>
      </p:nvGrpSpPr>
      <p:grpSpPr>
        <a:xfrm>
          <a:off x="0" y="0"/>
          <a:ext cx="0" cy="0"/>
          <a:chOff x="0" y="0"/>
          <a:chExt cx="0" cy="0"/>
        </a:xfrm>
      </p:grpSpPr>
      <p:sp>
        <p:nvSpPr>
          <p:cNvPr id="53" name="PlaceHolder 1"/>
          <p:cNvSpPr>
            <a:spLocks noGrp="1"/>
          </p:cNvSpPr>
          <p:nvPr>
            <p:ph type="title"/>
          </p:nvPr>
        </p:nvSpPr>
        <p:spPr>
          <a:xfrm>
            <a:off x="360000" y="270000"/>
            <a:ext cx="9359640" cy="719640"/>
          </a:xfrm>
          <a:prstGeom prst="rect">
            <a:avLst/>
          </a:prstGeom>
        </p:spPr>
        <p:txBody>
          <a:bodyPr lIns="0" rIns="0" tIns="0" bIns="0" anchor="ctr">
            <a:noAutofit/>
          </a:bodyPr>
          <a:p>
            <a:pPr algn="ctr"/>
            <a:endParaRPr b="0" lang="en-US" sz="4400" spc="-1" strike="noStrike">
              <a:latin typeface="Arial"/>
            </a:endParaRPr>
          </a:p>
        </p:txBody>
      </p:sp>
    </p:spTree>
  </p:cSld>
</p:sldLayout>
</file>

<file path=ppt/slideLayouts/slideLayout18.xml><?xml version="1.0" encoding="utf-8"?>
<p:sldLayout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type="objOnly" preserve="1">
  <p:cSld name="Centered Text">
    <p:spTree>
      <p:nvGrpSpPr>
        <p:cNvPr id="1" name=""/>
        <p:cNvGrpSpPr/>
        <p:nvPr/>
      </p:nvGrpSpPr>
      <p:grpSpPr>
        <a:xfrm>
          <a:off x="0" y="0"/>
          <a:ext cx="0" cy="0"/>
          <a:chOff x="0" y="0"/>
          <a:chExt cx="0" cy="0"/>
        </a:xfrm>
      </p:grpSpPr>
      <p:sp>
        <p:nvSpPr>
          <p:cNvPr id="54" name="PlaceHolder 1"/>
          <p:cNvSpPr>
            <a:spLocks noGrp="1"/>
          </p:cNvSpPr>
          <p:nvPr>
            <p:ph type="subTitle"/>
          </p:nvPr>
        </p:nvSpPr>
        <p:spPr>
          <a:xfrm>
            <a:off x="360000" y="270000"/>
            <a:ext cx="9359640" cy="3337200"/>
          </a:xfrm>
          <a:prstGeom prst="rect">
            <a:avLst/>
          </a:prstGeom>
        </p:spPr>
        <p:txBody>
          <a:bodyPr lIns="0" rIns="0" tIns="0" bIns="0" anchor="ctr">
            <a:noAutofit/>
          </a:bodyPr>
          <a:p>
            <a:pPr algn="ctr"/>
            <a:endParaRPr b="0" lang="en-US" sz="3200" spc="-1" strike="noStrike">
              <a:latin typeface="Arial"/>
            </a:endParaRPr>
          </a:p>
        </p:txBody>
      </p:sp>
    </p:spTree>
  </p:cSld>
</p:sldLayout>
</file>

<file path=ppt/slideLayouts/slideLayout19.xml><?xml version="1.0" encoding="utf-8"?>
<p:sldLayout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type="twoObjAndObj" preserve="1">
  <p:cSld name="Title, 2 Content and Content">
    <p:spTree>
      <p:nvGrpSpPr>
        <p:cNvPr id="1" name=""/>
        <p:cNvGrpSpPr/>
        <p:nvPr/>
      </p:nvGrpSpPr>
      <p:grpSpPr>
        <a:xfrm>
          <a:off x="0" y="0"/>
          <a:ext cx="0" cy="0"/>
          <a:chOff x="0" y="0"/>
          <a:chExt cx="0" cy="0"/>
        </a:xfrm>
      </p:grpSpPr>
      <p:sp>
        <p:nvSpPr>
          <p:cNvPr id="55" name="PlaceHolder 1"/>
          <p:cNvSpPr>
            <a:spLocks noGrp="1"/>
          </p:cNvSpPr>
          <p:nvPr>
            <p:ph type="title"/>
          </p:nvPr>
        </p:nvSpPr>
        <p:spPr>
          <a:xfrm>
            <a:off x="360000" y="270000"/>
            <a:ext cx="9359640" cy="719640"/>
          </a:xfrm>
          <a:prstGeom prst="rect">
            <a:avLst/>
          </a:prstGeom>
        </p:spPr>
        <p:txBody>
          <a:bodyPr lIns="0" rIns="0" tIns="0" bIns="0" anchor="ctr">
            <a:noAutofit/>
          </a:bodyPr>
          <a:p>
            <a:pPr algn="ctr"/>
            <a:endParaRPr b="0" lang="en-US" sz="4400" spc="-1" strike="noStrike">
              <a:latin typeface="Arial"/>
            </a:endParaRPr>
          </a:p>
        </p:txBody>
      </p:sp>
      <p:sp>
        <p:nvSpPr>
          <p:cNvPr id="56" name="PlaceHolder 2"/>
          <p:cNvSpPr>
            <a:spLocks noGrp="1"/>
          </p:cNvSpPr>
          <p:nvPr>
            <p:ph type="body"/>
          </p:nvPr>
        </p:nvSpPr>
        <p:spPr>
          <a:xfrm>
            <a:off x="360000" y="1350000"/>
            <a:ext cx="4479480" cy="1674000"/>
          </a:xfrm>
          <a:prstGeom prst="rect">
            <a:avLst/>
          </a:prstGeom>
        </p:spPr>
        <p:txBody>
          <a:bodyPr lIns="0" rIns="0" tIns="0" bIns="0">
            <a:normAutofit/>
          </a:bodyPr>
          <a:p>
            <a:endParaRPr b="0" lang="en-US" sz="3200" spc="-1" strike="noStrike">
              <a:latin typeface="Arial"/>
            </a:endParaRPr>
          </a:p>
        </p:txBody>
      </p:sp>
      <p:sp>
        <p:nvSpPr>
          <p:cNvPr id="57" name="PlaceHolder 3"/>
          <p:cNvSpPr>
            <a:spLocks noGrp="1"/>
          </p:cNvSpPr>
          <p:nvPr>
            <p:ph type="body"/>
          </p:nvPr>
        </p:nvSpPr>
        <p:spPr>
          <a:xfrm>
            <a:off x="5063760" y="1350000"/>
            <a:ext cx="4479480" cy="3509640"/>
          </a:xfrm>
          <a:prstGeom prst="rect">
            <a:avLst/>
          </a:prstGeom>
        </p:spPr>
        <p:txBody>
          <a:bodyPr lIns="0" rIns="0" tIns="0" bIns="0">
            <a:normAutofit/>
          </a:bodyPr>
          <a:p>
            <a:endParaRPr b="0" lang="en-US" sz="3200" spc="-1" strike="noStrike">
              <a:latin typeface="Arial"/>
            </a:endParaRPr>
          </a:p>
        </p:txBody>
      </p:sp>
      <p:sp>
        <p:nvSpPr>
          <p:cNvPr id="58" name="PlaceHolder 4"/>
          <p:cNvSpPr>
            <a:spLocks noGrp="1"/>
          </p:cNvSpPr>
          <p:nvPr>
            <p:ph type="body"/>
          </p:nvPr>
        </p:nvSpPr>
        <p:spPr>
          <a:xfrm>
            <a:off x="360000" y="3183480"/>
            <a:ext cx="4479480" cy="1674000"/>
          </a:xfrm>
          <a:prstGeom prst="rect">
            <a:avLst/>
          </a:prstGeom>
        </p:spPr>
        <p:txBody>
          <a:bodyPr lIns="0" rIns="0" tIns="0" bIns="0">
            <a:normAutofit/>
          </a:bodyPr>
          <a:p>
            <a:endParaRPr b="0" lang="en-US" sz="3200" spc="-1" strike="noStrike">
              <a:latin typeface="Arial"/>
            </a:endParaRPr>
          </a:p>
        </p:txBody>
      </p:sp>
    </p:spTree>
  </p:cSld>
</p:sldLayout>
</file>

<file path=ppt/slideLayouts/slideLayout20.xml><?xml version="1.0" encoding="utf-8"?>
<p:sldLayout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type="objAndTwoObj" preserve="1">
  <p:cSld name="Title Content and 2 Content">
    <p:spTree>
      <p:nvGrpSpPr>
        <p:cNvPr id="1" name=""/>
        <p:cNvGrpSpPr/>
        <p:nvPr/>
      </p:nvGrpSpPr>
      <p:grpSpPr>
        <a:xfrm>
          <a:off x="0" y="0"/>
          <a:ext cx="0" cy="0"/>
          <a:chOff x="0" y="0"/>
          <a:chExt cx="0" cy="0"/>
        </a:xfrm>
      </p:grpSpPr>
      <p:sp>
        <p:nvSpPr>
          <p:cNvPr id="59" name="PlaceHolder 1"/>
          <p:cNvSpPr>
            <a:spLocks noGrp="1"/>
          </p:cNvSpPr>
          <p:nvPr>
            <p:ph type="title"/>
          </p:nvPr>
        </p:nvSpPr>
        <p:spPr>
          <a:xfrm>
            <a:off x="360000" y="270000"/>
            <a:ext cx="9359640" cy="719640"/>
          </a:xfrm>
          <a:prstGeom prst="rect">
            <a:avLst/>
          </a:prstGeom>
        </p:spPr>
        <p:txBody>
          <a:bodyPr lIns="0" rIns="0" tIns="0" bIns="0" anchor="ctr">
            <a:noAutofit/>
          </a:bodyPr>
          <a:p>
            <a:pPr algn="ctr"/>
            <a:endParaRPr b="0" lang="en-US" sz="4400" spc="-1" strike="noStrike">
              <a:latin typeface="Arial"/>
            </a:endParaRPr>
          </a:p>
        </p:txBody>
      </p:sp>
      <p:sp>
        <p:nvSpPr>
          <p:cNvPr id="60" name="PlaceHolder 2"/>
          <p:cNvSpPr>
            <a:spLocks noGrp="1"/>
          </p:cNvSpPr>
          <p:nvPr>
            <p:ph type="body"/>
          </p:nvPr>
        </p:nvSpPr>
        <p:spPr>
          <a:xfrm>
            <a:off x="360000" y="1350000"/>
            <a:ext cx="4479480" cy="3509640"/>
          </a:xfrm>
          <a:prstGeom prst="rect">
            <a:avLst/>
          </a:prstGeom>
        </p:spPr>
        <p:txBody>
          <a:bodyPr lIns="0" rIns="0" tIns="0" bIns="0">
            <a:normAutofit/>
          </a:bodyPr>
          <a:p>
            <a:endParaRPr b="0" lang="en-US" sz="3200" spc="-1" strike="noStrike">
              <a:latin typeface="Arial"/>
            </a:endParaRPr>
          </a:p>
        </p:txBody>
      </p:sp>
      <p:sp>
        <p:nvSpPr>
          <p:cNvPr id="61" name="PlaceHolder 3"/>
          <p:cNvSpPr>
            <a:spLocks noGrp="1"/>
          </p:cNvSpPr>
          <p:nvPr>
            <p:ph type="body"/>
          </p:nvPr>
        </p:nvSpPr>
        <p:spPr>
          <a:xfrm>
            <a:off x="5063760" y="1350000"/>
            <a:ext cx="4479480" cy="1674000"/>
          </a:xfrm>
          <a:prstGeom prst="rect">
            <a:avLst/>
          </a:prstGeom>
        </p:spPr>
        <p:txBody>
          <a:bodyPr lIns="0" rIns="0" tIns="0" bIns="0">
            <a:normAutofit/>
          </a:bodyPr>
          <a:p>
            <a:endParaRPr b="0" lang="en-US" sz="3200" spc="-1" strike="noStrike">
              <a:latin typeface="Arial"/>
            </a:endParaRPr>
          </a:p>
        </p:txBody>
      </p:sp>
      <p:sp>
        <p:nvSpPr>
          <p:cNvPr id="62" name="PlaceHolder 4"/>
          <p:cNvSpPr>
            <a:spLocks noGrp="1"/>
          </p:cNvSpPr>
          <p:nvPr>
            <p:ph type="body"/>
          </p:nvPr>
        </p:nvSpPr>
        <p:spPr>
          <a:xfrm>
            <a:off x="5063760" y="3183480"/>
            <a:ext cx="4479480" cy="1674000"/>
          </a:xfrm>
          <a:prstGeom prst="rect">
            <a:avLst/>
          </a:prstGeom>
        </p:spPr>
        <p:txBody>
          <a:bodyPr lIns="0" rIns="0" tIns="0" bIns="0">
            <a:normAutofit/>
          </a:bodyPr>
          <a:p>
            <a:endParaRPr b="0" lang="en-US" sz="3200" spc="-1" strike="noStrike">
              <a:latin typeface="Arial"/>
            </a:endParaRPr>
          </a:p>
        </p:txBody>
      </p:sp>
    </p:spTree>
  </p:cSld>
</p:sldLayout>
</file>

<file path=ppt/slideLayouts/slideLayout21.xml><?xml version="1.0" encoding="utf-8"?>
<p:sldLayout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type="twoObjOverTx" preserve="1">
  <p:cSld name="Title, 2 Content over Content">
    <p:spTree>
      <p:nvGrpSpPr>
        <p:cNvPr id="1" name=""/>
        <p:cNvGrpSpPr/>
        <p:nvPr/>
      </p:nvGrpSpPr>
      <p:grpSpPr>
        <a:xfrm>
          <a:off x="0" y="0"/>
          <a:ext cx="0" cy="0"/>
          <a:chOff x="0" y="0"/>
          <a:chExt cx="0" cy="0"/>
        </a:xfrm>
      </p:grpSpPr>
      <p:sp>
        <p:nvSpPr>
          <p:cNvPr id="63" name="PlaceHolder 1"/>
          <p:cNvSpPr>
            <a:spLocks noGrp="1"/>
          </p:cNvSpPr>
          <p:nvPr>
            <p:ph type="title"/>
          </p:nvPr>
        </p:nvSpPr>
        <p:spPr>
          <a:xfrm>
            <a:off x="360000" y="270000"/>
            <a:ext cx="9359640" cy="719640"/>
          </a:xfrm>
          <a:prstGeom prst="rect">
            <a:avLst/>
          </a:prstGeom>
        </p:spPr>
        <p:txBody>
          <a:bodyPr lIns="0" rIns="0" tIns="0" bIns="0" anchor="ctr">
            <a:noAutofit/>
          </a:bodyPr>
          <a:p>
            <a:pPr algn="ctr"/>
            <a:endParaRPr b="0" lang="en-US" sz="4400" spc="-1" strike="noStrike">
              <a:latin typeface="Arial"/>
            </a:endParaRPr>
          </a:p>
        </p:txBody>
      </p:sp>
      <p:sp>
        <p:nvSpPr>
          <p:cNvPr id="64" name="PlaceHolder 2"/>
          <p:cNvSpPr>
            <a:spLocks noGrp="1"/>
          </p:cNvSpPr>
          <p:nvPr>
            <p:ph type="body"/>
          </p:nvPr>
        </p:nvSpPr>
        <p:spPr>
          <a:xfrm>
            <a:off x="360000" y="1350000"/>
            <a:ext cx="4479480" cy="1674000"/>
          </a:xfrm>
          <a:prstGeom prst="rect">
            <a:avLst/>
          </a:prstGeom>
        </p:spPr>
        <p:txBody>
          <a:bodyPr lIns="0" rIns="0" tIns="0" bIns="0">
            <a:normAutofit/>
          </a:bodyPr>
          <a:p>
            <a:endParaRPr b="0" lang="en-US" sz="3200" spc="-1" strike="noStrike">
              <a:latin typeface="Arial"/>
            </a:endParaRPr>
          </a:p>
        </p:txBody>
      </p:sp>
      <p:sp>
        <p:nvSpPr>
          <p:cNvPr id="65" name="PlaceHolder 3"/>
          <p:cNvSpPr>
            <a:spLocks noGrp="1"/>
          </p:cNvSpPr>
          <p:nvPr>
            <p:ph type="body"/>
          </p:nvPr>
        </p:nvSpPr>
        <p:spPr>
          <a:xfrm>
            <a:off x="5063760" y="1350000"/>
            <a:ext cx="4479480" cy="1674000"/>
          </a:xfrm>
          <a:prstGeom prst="rect">
            <a:avLst/>
          </a:prstGeom>
        </p:spPr>
        <p:txBody>
          <a:bodyPr lIns="0" rIns="0" tIns="0" bIns="0">
            <a:normAutofit/>
          </a:bodyPr>
          <a:p>
            <a:endParaRPr b="0" lang="en-US" sz="3200" spc="-1" strike="noStrike">
              <a:latin typeface="Arial"/>
            </a:endParaRPr>
          </a:p>
        </p:txBody>
      </p:sp>
      <p:sp>
        <p:nvSpPr>
          <p:cNvPr id="66" name="PlaceHolder 4"/>
          <p:cNvSpPr>
            <a:spLocks noGrp="1"/>
          </p:cNvSpPr>
          <p:nvPr>
            <p:ph type="body"/>
          </p:nvPr>
        </p:nvSpPr>
        <p:spPr>
          <a:xfrm>
            <a:off x="360000" y="3183480"/>
            <a:ext cx="9179640" cy="1674000"/>
          </a:xfrm>
          <a:prstGeom prst="rect">
            <a:avLst/>
          </a:prstGeom>
        </p:spPr>
        <p:txBody>
          <a:bodyPr lIns="0" rIns="0" tIns="0" bIns="0">
            <a:normAutofit/>
          </a:bodyPr>
          <a:p>
            <a:endParaRPr b="0" lang="en-US" sz="3200" spc="-1" strike="noStrike">
              <a:latin typeface="Arial"/>
            </a:endParaRPr>
          </a:p>
        </p:txBody>
      </p:sp>
    </p:spTree>
  </p:cSld>
</p:sldLayout>
</file>

<file path=ppt/slideLayouts/slideLayout22.xml><?xml version="1.0" encoding="utf-8"?>
<p:sldLayout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type="objOverTx" preserve="1">
  <p:cSld name="Title, Content over Content">
    <p:spTree>
      <p:nvGrpSpPr>
        <p:cNvPr id="1" name=""/>
        <p:cNvGrpSpPr/>
        <p:nvPr/>
      </p:nvGrpSpPr>
      <p:grpSpPr>
        <a:xfrm>
          <a:off x="0" y="0"/>
          <a:ext cx="0" cy="0"/>
          <a:chOff x="0" y="0"/>
          <a:chExt cx="0" cy="0"/>
        </a:xfrm>
      </p:grpSpPr>
      <p:sp>
        <p:nvSpPr>
          <p:cNvPr id="67" name="PlaceHolder 1"/>
          <p:cNvSpPr>
            <a:spLocks noGrp="1"/>
          </p:cNvSpPr>
          <p:nvPr>
            <p:ph type="title"/>
          </p:nvPr>
        </p:nvSpPr>
        <p:spPr>
          <a:xfrm>
            <a:off x="360000" y="270000"/>
            <a:ext cx="9359640" cy="719640"/>
          </a:xfrm>
          <a:prstGeom prst="rect">
            <a:avLst/>
          </a:prstGeom>
        </p:spPr>
        <p:txBody>
          <a:bodyPr lIns="0" rIns="0" tIns="0" bIns="0" anchor="ctr">
            <a:noAutofit/>
          </a:bodyPr>
          <a:p>
            <a:pPr algn="ctr"/>
            <a:endParaRPr b="0" lang="en-US" sz="4400" spc="-1" strike="noStrike">
              <a:latin typeface="Arial"/>
            </a:endParaRPr>
          </a:p>
        </p:txBody>
      </p:sp>
      <p:sp>
        <p:nvSpPr>
          <p:cNvPr id="68" name="PlaceHolder 2"/>
          <p:cNvSpPr>
            <a:spLocks noGrp="1"/>
          </p:cNvSpPr>
          <p:nvPr>
            <p:ph type="body"/>
          </p:nvPr>
        </p:nvSpPr>
        <p:spPr>
          <a:xfrm>
            <a:off x="360000" y="1350000"/>
            <a:ext cx="9179640" cy="1674000"/>
          </a:xfrm>
          <a:prstGeom prst="rect">
            <a:avLst/>
          </a:prstGeom>
        </p:spPr>
        <p:txBody>
          <a:bodyPr lIns="0" rIns="0" tIns="0" bIns="0">
            <a:normAutofit/>
          </a:bodyPr>
          <a:p>
            <a:endParaRPr b="0" lang="en-US" sz="3200" spc="-1" strike="noStrike">
              <a:latin typeface="Arial"/>
            </a:endParaRPr>
          </a:p>
        </p:txBody>
      </p:sp>
      <p:sp>
        <p:nvSpPr>
          <p:cNvPr id="69" name="PlaceHolder 3"/>
          <p:cNvSpPr>
            <a:spLocks noGrp="1"/>
          </p:cNvSpPr>
          <p:nvPr>
            <p:ph type="body"/>
          </p:nvPr>
        </p:nvSpPr>
        <p:spPr>
          <a:xfrm>
            <a:off x="360000" y="3183480"/>
            <a:ext cx="9179640" cy="1674000"/>
          </a:xfrm>
          <a:prstGeom prst="rect">
            <a:avLst/>
          </a:prstGeom>
        </p:spPr>
        <p:txBody>
          <a:bodyPr lIns="0" rIns="0" tIns="0" bIns="0">
            <a:normAutofit/>
          </a:bodyPr>
          <a:p>
            <a:endParaRPr b="0" lang="en-US" sz="3200" spc="-1" strike="noStrike">
              <a:latin typeface="Arial"/>
            </a:endParaRPr>
          </a:p>
        </p:txBody>
      </p:sp>
    </p:spTree>
  </p:cSld>
</p:sldLayout>
</file>

<file path=ppt/slideLayouts/slideLayout23.xml><?xml version="1.0" encoding="utf-8"?>
<p:sldLayout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type="fourObj" preserve="1">
  <p:cSld name="Title, 4 Content">
    <p:spTree>
      <p:nvGrpSpPr>
        <p:cNvPr id="1" name=""/>
        <p:cNvGrpSpPr/>
        <p:nvPr/>
      </p:nvGrpSpPr>
      <p:grpSpPr>
        <a:xfrm>
          <a:off x="0" y="0"/>
          <a:ext cx="0" cy="0"/>
          <a:chOff x="0" y="0"/>
          <a:chExt cx="0" cy="0"/>
        </a:xfrm>
      </p:grpSpPr>
      <p:sp>
        <p:nvSpPr>
          <p:cNvPr id="70" name="PlaceHolder 1"/>
          <p:cNvSpPr>
            <a:spLocks noGrp="1"/>
          </p:cNvSpPr>
          <p:nvPr>
            <p:ph type="title"/>
          </p:nvPr>
        </p:nvSpPr>
        <p:spPr>
          <a:xfrm>
            <a:off x="360000" y="270000"/>
            <a:ext cx="9359640" cy="719640"/>
          </a:xfrm>
          <a:prstGeom prst="rect">
            <a:avLst/>
          </a:prstGeom>
        </p:spPr>
        <p:txBody>
          <a:bodyPr lIns="0" rIns="0" tIns="0" bIns="0" anchor="ctr">
            <a:noAutofit/>
          </a:bodyPr>
          <a:p>
            <a:pPr algn="ctr"/>
            <a:endParaRPr b="0" lang="en-US" sz="4400" spc="-1" strike="noStrike">
              <a:latin typeface="Arial"/>
            </a:endParaRPr>
          </a:p>
        </p:txBody>
      </p:sp>
      <p:sp>
        <p:nvSpPr>
          <p:cNvPr id="71" name="PlaceHolder 2"/>
          <p:cNvSpPr>
            <a:spLocks noGrp="1"/>
          </p:cNvSpPr>
          <p:nvPr>
            <p:ph type="body"/>
          </p:nvPr>
        </p:nvSpPr>
        <p:spPr>
          <a:xfrm>
            <a:off x="360000" y="1350000"/>
            <a:ext cx="4479480" cy="1674000"/>
          </a:xfrm>
          <a:prstGeom prst="rect">
            <a:avLst/>
          </a:prstGeom>
        </p:spPr>
        <p:txBody>
          <a:bodyPr lIns="0" rIns="0" tIns="0" bIns="0">
            <a:normAutofit/>
          </a:bodyPr>
          <a:p>
            <a:endParaRPr b="0" lang="en-US" sz="3200" spc="-1" strike="noStrike">
              <a:latin typeface="Arial"/>
            </a:endParaRPr>
          </a:p>
        </p:txBody>
      </p:sp>
      <p:sp>
        <p:nvSpPr>
          <p:cNvPr id="72" name="PlaceHolder 3"/>
          <p:cNvSpPr>
            <a:spLocks noGrp="1"/>
          </p:cNvSpPr>
          <p:nvPr>
            <p:ph type="body"/>
          </p:nvPr>
        </p:nvSpPr>
        <p:spPr>
          <a:xfrm>
            <a:off x="5063760" y="1350000"/>
            <a:ext cx="4479480" cy="1674000"/>
          </a:xfrm>
          <a:prstGeom prst="rect">
            <a:avLst/>
          </a:prstGeom>
        </p:spPr>
        <p:txBody>
          <a:bodyPr lIns="0" rIns="0" tIns="0" bIns="0">
            <a:normAutofit/>
          </a:bodyPr>
          <a:p>
            <a:endParaRPr b="0" lang="en-US" sz="3200" spc="-1" strike="noStrike">
              <a:latin typeface="Arial"/>
            </a:endParaRPr>
          </a:p>
        </p:txBody>
      </p:sp>
      <p:sp>
        <p:nvSpPr>
          <p:cNvPr id="73" name="PlaceHolder 4"/>
          <p:cNvSpPr>
            <a:spLocks noGrp="1"/>
          </p:cNvSpPr>
          <p:nvPr>
            <p:ph type="body"/>
          </p:nvPr>
        </p:nvSpPr>
        <p:spPr>
          <a:xfrm>
            <a:off x="360000" y="3183480"/>
            <a:ext cx="4479480" cy="1674000"/>
          </a:xfrm>
          <a:prstGeom prst="rect">
            <a:avLst/>
          </a:prstGeom>
        </p:spPr>
        <p:txBody>
          <a:bodyPr lIns="0" rIns="0" tIns="0" bIns="0">
            <a:normAutofit/>
          </a:bodyPr>
          <a:p>
            <a:endParaRPr b="0" lang="en-US" sz="3200" spc="-1" strike="noStrike">
              <a:latin typeface="Arial"/>
            </a:endParaRPr>
          </a:p>
        </p:txBody>
      </p:sp>
      <p:sp>
        <p:nvSpPr>
          <p:cNvPr id="74" name="PlaceHolder 5"/>
          <p:cNvSpPr>
            <a:spLocks noGrp="1"/>
          </p:cNvSpPr>
          <p:nvPr>
            <p:ph type="body"/>
          </p:nvPr>
        </p:nvSpPr>
        <p:spPr>
          <a:xfrm>
            <a:off x="5063760" y="3183480"/>
            <a:ext cx="4479480" cy="1674000"/>
          </a:xfrm>
          <a:prstGeom prst="rect">
            <a:avLst/>
          </a:prstGeom>
        </p:spPr>
        <p:txBody>
          <a:bodyPr lIns="0" rIns="0" tIns="0" bIns="0">
            <a:normAutofit/>
          </a:bodyPr>
          <a:p>
            <a:endParaRPr b="0" lang="en-US" sz="3200" spc="-1" strike="noStrike">
              <a:latin typeface="Arial"/>
            </a:endParaRPr>
          </a:p>
        </p:txBody>
      </p:sp>
    </p:spTree>
  </p:cSld>
</p:sldLayout>
</file>

<file path=ppt/slideLayouts/slideLayout24.xml><?xml version="1.0" encoding="utf-8"?>
<p:sldLayout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type="blank" preserve="1">
  <p:cSld name="Title, 6 Content">
    <p:spTree>
      <p:nvGrpSpPr>
        <p:cNvPr id="1" name=""/>
        <p:cNvGrpSpPr/>
        <p:nvPr/>
      </p:nvGrpSpPr>
      <p:grpSpPr>
        <a:xfrm>
          <a:off x="0" y="0"/>
          <a:ext cx="0" cy="0"/>
          <a:chOff x="0" y="0"/>
          <a:chExt cx="0" cy="0"/>
        </a:xfrm>
      </p:grpSpPr>
      <p:sp>
        <p:nvSpPr>
          <p:cNvPr id="75" name="PlaceHolder 1"/>
          <p:cNvSpPr>
            <a:spLocks noGrp="1"/>
          </p:cNvSpPr>
          <p:nvPr>
            <p:ph type="title"/>
          </p:nvPr>
        </p:nvSpPr>
        <p:spPr>
          <a:xfrm>
            <a:off x="360000" y="270000"/>
            <a:ext cx="9359640" cy="719640"/>
          </a:xfrm>
          <a:prstGeom prst="rect">
            <a:avLst/>
          </a:prstGeom>
        </p:spPr>
        <p:txBody>
          <a:bodyPr lIns="0" rIns="0" tIns="0" bIns="0" anchor="ctr">
            <a:noAutofit/>
          </a:bodyPr>
          <a:p>
            <a:pPr algn="ctr"/>
            <a:endParaRPr b="0" lang="en-US" sz="4400" spc="-1" strike="noStrike">
              <a:latin typeface="Arial"/>
            </a:endParaRPr>
          </a:p>
        </p:txBody>
      </p:sp>
      <p:sp>
        <p:nvSpPr>
          <p:cNvPr id="76" name="PlaceHolder 2"/>
          <p:cNvSpPr>
            <a:spLocks noGrp="1"/>
          </p:cNvSpPr>
          <p:nvPr>
            <p:ph type="body"/>
          </p:nvPr>
        </p:nvSpPr>
        <p:spPr>
          <a:xfrm>
            <a:off x="360000" y="1350000"/>
            <a:ext cx="2955600" cy="1674000"/>
          </a:xfrm>
          <a:prstGeom prst="rect">
            <a:avLst/>
          </a:prstGeom>
        </p:spPr>
        <p:txBody>
          <a:bodyPr lIns="0" rIns="0" tIns="0" bIns="0">
            <a:normAutofit/>
          </a:bodyPr>
          <a:p>
            <a:endParaRPr b="0" lang="en-US" sz="3200" spc="-1" strike="noStrike">
              <a:latin typeface="Arial"/>
            </a:endParaRPr>
          </a:p>
        </p:txBody>
      </p:sp>
      <p:sp>
        <p:nvSpPr>
          <p:cNvPr id="77" name="PlaceHolder 3"/>
          <p:cNvSpPr>
            <a:spLocks noGrp="1"/>
          </p:cNvSpPr>
          <p:nvPr>
            <p:ph type="body"/>
          </p:nvPr>
        </p:nvSpPr>
        <p:spPr>
          <a:xfrm>
            <a:off x="3463920" y="1350000"/>
            <a:ext cx="2955600" cy="1674000"/>
          </a:xfrm>
          <a:prstGeom prst="rect">
            <a:avLst/>
          </a:prstGeom>
        </p:spPr>
        <p:txBody>
          <a:bodyPr lIns="0" rIns="0" tIns="0" bIns="0">
            <a:normAutofit/>
          </a:bodyPr>
          <a:p>
            <a:endParaRPr b="0" lang="en-US" sz="3200" spc="-1" strike="noStrike">
              <a:latin typeface="Arial"/>
            </a:endParaRPr>
          </a:p>
        </p:txBody>
      </p:sp>
      <p:sp>
        <p:nvSpPr>
          <p:cNvPr id="78" name="PlaceHolder 4"/>
          <p:cNvSpPr>
            <a:spLocks noGrp="1"/>
          </p:cNvSpPr>
          <p:nvPr>
            <p:ph type="body"/>
          </p:nvPr>
        </p:nvSpPr>
        <p:spPr>
          <a:xfrm>
            <a:off x="6567480" y="1350000"/>
            <a:ext cx="2955600" cy="1674000"/>
          </a:xfrm>
          <a:prstGeom prst="rect">
            <a:avLst/>
          </a:prstGeom>
        </p:spPr>
        <p:txBody>
          <a:bodyPr lIns="0" rIns="0" tIns="0" bIns="0">
            <a:normAutofit/>
          </a:bodyPr>
          <a:p>
            <a:endParaRPr b="0" lang="en-US" sz="3200" spc="-1" strike="noStrike">
              <a:latin typeface="Arial"/>
            </a:endParaRPr>
          </a:p>
        </p:txBody>
      </p:sp>
      <p:sp>
        <p:nvSpPr>
          <p:cNvPr id="79" name="PlaceHolder 5"/>
          <p:cNvSpPr>
            <a:spLocks noGrp="1"/>
          </p:cNvSpPr>
          <p:nvPr>
            <p:ph type="body"/>
          </p:nvPr>
        </p:nvSpPr>
        <p:spPr>
          <a:xfrm>
            <a:off x="360000" y="3183480"/>
            <a:ext cx="2955600" cy="1674000"/>
          </a:xfrm>
          <a:prstGeom prst="rect">
            <a:avLst/>
          </a:prstGeom>
        </p:spPr>
        <p:txBody>
          <a:bodyPr lIns="0" rIns="0" tIns="0" bIns="0">
            <a:normAutofit/>
          </a:bodyPr>
          <a:p>
            <a:endParaRPr b="0" lang="en-US" sz="3200" spc="-1" strike="noStrike">
              <a:latin typeface="Arial"/>
            </a:endParaRPr>
          </a:p>
        </p:txBody>
      </p:sp>
      <p:sp>
        <p:nvSpPr>
          <p:cNvPr id="80" name="PlaceHolder 6"/>
          <p:cNvSpPr>
            <a:spLocks noGrp="1"/>
          </p:cNvSpPr>
          <p:nvPr>
            <p:ph type="body"/>
          </p:nvPr>
        </p:nvSpPr>
        <p:spPr>
          <a:xfrm>
            <a:off x="3463920" y="3183480"/>
            <a:ext cx="2955600" cy="1674000"/>
          </a:xfrm>
          <a:prstGeom prst="rect">
            <a:avLst/>
          </a:prstGeom>
        </p:spPr>
        <p:txBody>
          <a:bodyPr lIns="0" rIns="0" tIns="0" bIns="0">
            <a:normAutofit/>
          </a:bodyPr>
          <a:p>
            <a:endParaRPr b="0" lang="en-US" sz="3200" spc="-1" strike="noStrike">
              <a:latin typeface="Arial"/>
            </a:endParaRPr>
          </a:p>
        </p:txBody>
      </p:sp>
      <p:sp>
        <p:nvSpPr>
          <p:cNvPr id="81" name="PlaceHolder 7"/>
          <p:cNvSpPr>
            <a:spLocks noGrp="1"/>
          </p:cNvSpPr>
          <p:nvPr>
            <p:ph type="body"/>
          </p:nvPr>
        </p:nvSpPr>
        <p:spPr>
          <a:xfrm>
            <a:off x="6567480" y="3183480"/>
            <a:ext cx="2955600" cy="1674000"/>
          </a:xfrm>
          <a:prstGeom prst="rect">
            <a:avLst/>
          </a:prstGeom>
        </p:spPr>
        <p:txBody>
          <a:bodyPr lIns="0" rIns="0" tIns="0" bIns="0">
            <a:normAutofit/>
          </a:bodyPr>
          <a:p>
            <a:endParaRPr b="0" lang="en-US" sz="3200" spc="-1" strike="noStrike">
              <a:latin typeface="Arial"/>
            </a:endParaRPr>
          </a:p>
        </p:txBody>
      </p:sp>
    </p:spTree>
  </p:cSld>
</p:sldLayout>
</file>

<file path=ppt/slideMasters/_rels/slideMaster1.xml.rels><?xml version="1.0" encoding="UTF-8"?>
<Relationships xmlns="http://schemas.openxmlformats.org/package/2006/relationships"><Relationship Id="rId1" Type="http://schemas.openxmlformats.org/officeDocument/2006/relationships/theme" Target="../theme/theme1.xml"/><Relationship Id="rId2" Type="http://schemas.openxmlformats.org/officeDocument/2006/relationships/slideLayout" Target="../slideLayouts/slideLayout1.xml"/><Relationship Id="rId3" Type="http://schemas.openxmlformats.org/officeDocument/2006/relationships/slideLayout" Target="../slideLayouts/slideLayout2.xml"/><Relationship Id="rId4" Type="http://schemas.openxmlformats.org/officeDocument/2006/relationships/slideLayout" Target="../slideLayouts/slideLayout3.xml"/><Relationship Id="rId5" Type="http://schemas.openxmlformats.org/officeDocument/2006/relationships/slideLayout" Target="../slideLayouts/slideLayout4.xml"/><Relationship Id="rId6" Type="http://schemas.openxmlformats.org/officeDocument/2006/relationships/slideLayout" Target="../slideLayouts/slideLayout5.xml"/><Relationship Id="rId7" Type="http://schemas.openxmlformats.org/officeDocument/2006/relationships/slideLayout" Target="../slideLayouts/slideLayout6.xml"/><Relationship Id="rId8" Type="http://schemas.openxmlformats.org/officeDocument/2006/relationships/slideLayout" Target="../slideLayouts/slideLayout7.xml"/><Relationship Id="rId9" Type="http://schemas.openxmlformats.org/officeDocument/2006/relationships/slideLayout" Target="../slideLayouts/slideLayout8.xml"/><Relationship Id="rId10" Type="http://schemas.openxmlformats.org/officeDocument/2006/relationships/slideLayout" Target="../slideLayouts/slideLayout9.xml"/><Relationship Id="rId11" Type="http://schemas.openxmlformats.org/officeDocument/2006/relationships/slideLayout" Target="../slideLayouts/slideLayout10.xml"/><Relationship Id="rId12" Type="http://schemas.openxmlformats.org/officeDocument/2006/relationships/slideLayout" Target="../slideLayouts/slideLayout11.xml"/><Relationship Id="rId13" Type="http://schemas.openxmlformats.org/officeDocument/2006/relationships/slideLayout" Target="../slideLayouts/slideLayout12.xml"/>
</Relationships>
</file>

<file path=ppt/slideMasters/_rels/slideMaster2.xml.rels><?xml version="1.0" encoding="UTF-8"?>
<Relationships xmlns="http://schemas.openxmlformats.org/package/2006/relationships"><Relationship Id="rId1" Type="http://schemas.openxmlformats.org/officeDocument/2006/relationships/theme" Target="../theme/theme2.xml"/><Relationship Id="rId2" Type="http://schemas.openxmlformats.org/officeDocument/2006/relationships/slideLayout" Target="../slideLayouts/slideLayout13.xml"/><Relationship Id="rId3" Type="http://schemas.openxmlformats.org/officeDocument/2006/relationships/slideLayout" Target="../slideLayouts/slideLayout14.xml"/><Relationship Id="rId4" Type="http://schemas.openxmlformats.org/officeDocument/2006/relationships/slideLayout" Target="../slideLayouts/slideLayout15.xml"/><Relationship Id="rId5" Type="http://schemas.openxmlformats.org/officeDocument/2006/relationships/slideLayout" Target="../slideLayouts/slideLayout16.xml"/><Relationship Id="rId6" Type="http://schemas.openxmlformats.org/officeDocument/2006/relationships/slideLayout" Target="../slideLayouts/slideLayout17.xml"/><Relationship Id="rId7" Type="http://schemas.openxmlformats.org/officeDocument/2006/relationships/slideLayout" Target="../slideLayouts/slideLayout18.xml"/><Relationship Id="rId8" Type="http://schemas.openxmlformats.org/officeDocument/2006/relationships/slideLayout" Target="../slideLayouts/slideLayout19.xml"/><Relationship Id="rId9" Type="http://schemas.openxmlformats.org/officeDocument/2006/relationships/slideLayout" Target="../slideLayouts/slideLayout20.xml"/><Relationship Id="rId10" Type="http://schemas.openxmlformats.org/officeDocument/2006/relationships/slideLayout" Target="../slideLayouts/slideLayout21.xml"/><Relationship Id="rId11" Type="http://schemas.openxmlformats.org/officeDocument/2006/relationships/slideLayout" Target="../slideLayouts/slideLayout22.xml"/><Relationship Id="rId12" Type="http://schemas.openxmlformats.org/officeDocument/2006/relationships/slideLayout" Target="../slideLayouts/slideLayout23.xml"/><Relationship Id="rId13" Type="http://schemas.openxmlformats.org/officeDocument/2006/relationships/slideLayout" Target="../slideLayouts/slideLayout24.xml"/>
</Relationships>
</file>

<file path=ppt/slideMasters/slideMaster1.xml><?xml version="1.0" encoding="utf-8"?>
<p:sldMaster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0" name=""/>
          <p:cNvSpPr/>
          <p:nvPr/>
        </p:nvSpPr>
        <p:spPr>
          <a:xfrm>
            <a:off x="0" y="1980000"/>
            <a:ext cx="9719640" cy="989640"/>
          </a:xfrm>
          <a:prstGeom prst="rect">
            <a:avLst/>
          </a:prstGeom>
          <a:solidFill>
            <a:srgbClr val="c9211e"/>
          </a:solidFill>
          <a:ln w="18000">
            <a:noFill/>
          </a:ln>
        </p:spPr>
        <p:style>
          <a:lnRef idx="0"/>
          <a:fillRef idx="0"/>
          <a:effectRef idx="0"/>
          <a:fontRef idx="minor"/>
        </p:style>
      </p:sp>
      <p:sp>
        <p:nvSpPr>
          <p:cNvPr id="1" name="PlaceHolder 1"/>
          <p:cNvSpPr>
            <a:spLocks noGrp="1"/>
          </p:cNvSpPr>
          <p:nvPr>
            <p:ph type="title"/>
          </p:nvPr>
        </p:nvSpPr>
        <p:spPr>
          <a:xfrm>
            <a:off x="360000" y="270000"/>
            <a:ext cx="9359640" cy="719640"/>
          </a:xfrm>
          <a:prstGeom prst="rect">
            <a:avLst/>
          </a:prstGeom>
        </p:spPr>
        <p:txBody>
          <a:bodyPr lIns="0" rIns="0" tIns="0" bIns="0" anchor="ctr">
            <a:noAutofit/>
          </a:bodyPr>
          <a:p>
            <a:pPr algn="ctr"/>
            <a:r>
              <a:rPr b="0" lang="en-US" sz="4400" spc="-1" strike="noStrike">
                <a:latin typeface="Arial"/>
              </a:rPr>
              <a:t>Click to edit the title text format</a:t>
            </a:r>
            <a:endParaRPr b="0" lang="en-US" sz="4400" spc="-1" strike="noStrike">
              <a:latin typeface="Arial"/>
            </a:endParaRPr>
          </a:p>
        </p:txBody>
      </p:sp>
      <p:sp>
        <p:nvSpPr>
          <p:cNvPr id="2" name="PlaceHolder 2"/>
          <p:cNvSpPr>
            <a:spLocks noGrp="1"/>
          </p:cNvSpPr>
          <p:nvPr>
            <p:ph type="body"/>
          </p:nvPr>
        </p:nvSpPr>
        <p:spPr>
          <a:xfrm>
            <a:off x="504000" y="1326600"/>
            <a:ext cx="9072000" cy="3288600"/>
          </a:xfrm>
          <a:prstGeom prst="rect">
            <a:avLst/>
          </a:prstGeom>
        </p:spPr>
        <p:txBody>
          <a:bodyPr lIns="0" rIns="0" tIns="0" bIns="0">
            <a:normAutofit/>
          </a:bodyPr>
          <a:p>
            <a:pPr marL="432000" indent="-324000">
              <a:spcBef>
                <a:spcPts val="1417"/>
              </a:spcBef>
              <a:buClr>
                <a:srgbClr val="000000"/>
              </a:buClr>
              <a:buSzPct val="45000"/>
              <a:buFont typeface="Wingdings" charset="2"/>
              <a:buChar char=""/>
            </a:pPr>
            <a:r>
              <a:rPr b="0" lang="en-US" sz="3200" spc="-1" strike="noStrike">
                <a:latin typeface="Arial"/>
              </a:rPr>
              <a:t>Click to edit the outline text format</a:t>
            </a:r>
            <a:endParaRPr b="0" lang="en-US" sz="3200" spc="-1" strike="noStrike">
              <a:latin typeface="Arial"/>
            </a:endParaRPr>
          </a:p>
          <a:p>
            <a:pPr lvl="1" marL="864000" indent="-324000">
              <a:spcBef>
                <a:spcPts val="1134"/>
              </a:spcBef>
              <a:buClr>
                <a:srgbClr val="000000"/>
              </a:buClr>
              <a:buSzPct val="75000"/>
              <a:buFont typeface="Symbol" charset="2"/>
              <a:buChar char=""/>
            </a:pPr>
            <a:r>
              <a:rPr b="0" lang="en-US" sz="2800" spc="-1" strike="noStrike">
                <a:latin typeface="Arial"/>
              </a:rPr>
              <a:t>Second Outline Level</a:t>
            </a:r>
            <a:endParaRPr b="0" lang="en-US" sz="2800" spc="-1" strike="noStrike">
              <a:latin typeface="Arial"/>
            </a:endParaRPr>
          </a:p>
          <a:p>
            <a:pPr lvl="2" marL="1296000" indent="-288000">
              <a:spcBef>
                <a:spcPts val="850"/>
              </a:spcBef>
              <a:buClr>
                <a:srgbClr val="000000"/>
              </a:buClr>
              <a:buSzPct val="45000"/>
              <a:buFont typeface="Wingdings" charset="2"/>
              <a:buChar char=""/>
            </a:pPr>
            <a:r>
              <a:rPr b="0" lang="en-US" sz="2400" spc="-1" strike="noStrike">
                <a:latin typeface="Arial"/>
              </a:rPr>
              <a:t>Third Outline Level</a:t>
            </a:r>
            <a:endParaRPr b="0" lang="en-US" sz="2400" spc="-1" strike="noStrike">
              <a:latin typeface="Arial"/>
            </a:endParaRPr>
          </a:p>
          <a:p>
            <a:pPr lvl="3" marL="1728000" indent="-216000">
              <a:spcBef>
                <a:spcPts val="567"/>
              </a:spcBef>
              <a:buClr>
                <a:srgbClr val="000000"/>
              </a:buClr>
              <a:buSzPct val="75000"/>
              <a:buFont typeface="Symbol" charset="2"/>
              <a:buChar char=""/>
            </a:pPr>
            <a:r>
              <a:rPr b="0" lang="en-US" sz="2000" spc="-1" strike="noStrike">
                <a:latin typeface="Arial"/>
              </a:rPr>
              <a:t>Fourth Outline Level</a:t>
            </a:r>
            <a:endParaRPr b="0" lang="en-US" sz="2000" spc="-1" strike="noStrike">
              <a:latin typeface="Arial"/>
            </a:endParaRPr>
          </a:p>
          <a:p>
            <a:pPr lvl="4" marL="2160000" indent="-216000">
              <a:spcBef>
                <a:spcPts val="283"/>
              </a:spcBef>
              <a:buClr>
                <a:srgbClr val="000000"/>
              </a:buClr>
              <a:buSzPct val="45000"/>
              <a:buFont typeface="Wingdings" charset="2"/>
              <a:buChar char=""/>
            </a:pPr>
            <a:r>
              <a:rPr b="0" lang="en-US" sz="2000" spc="-1" strike="noStrike">
                <a:latin typeface="Arial"/>
              </a:rPr>
              <a:t>Fifth Outline Level</a:t>
            </a:r>
            <a:endParaRPr b="0" lang="en-US" sz="2000" spc="-1" strike="noStrike">
              <a:latin typeface="Arial"/>
            </a:endParaRPr>
          </a:p>
          <a:p>
            <a:pPr lvl="5" marL="2592000" indent="-216000">
              <a:spcBef>
                <a:spcPts val="283"/>
              </a:spcBef>
              <a:buClr>
                <a:srgbClr val="000000"/>
              </a:buClr>
              <a:buSzPct val="45000"/>
              <a:buFont typeface="Wingdings" charset="2"/>
              <a:buChar char=""/>
            </a:pPr>
            <a:r>
              <a:rPr b="0" lang="en-US" sz="2000" spc="-1" strike="noStrike">
                <a:latin typeface="Arial"/>
              </a:rPr>
              <a:t>Sixth Outline Level</a:t>
            </a:r>
            <a:endParaRPr b="0" lang="en-US" sz="2000" spc="-1" strike="noStrike">
              <a:latin typeface="Arial"/>
            </a:endParaRPr>
          </a:p>
          <a:p>
            <a:pPr lvl="6" marL="3024000" indent="-216000">
              <a:spcBef>
                <a:spcPts val="283"/>
              </a:spcBef>
              <a:buClr>
                <a:srgbClr val="000000"/>
              </a:buClr>
              <a:buSzPct val="45000"/>
              <a:buFont typeface="Wingdings" charset="2"/>
              <a:buChar char=""/>
            </a:pPr>
            <a:r>
              <a:rPr b="0" lang="en-US" sz="2000" spc="-1" strike="noStrike">
                <a:latin typeface="Arial"/>
              </a:rPr>
              <a:t>Seventh Outline Level</a:t>
            </a:r>
            <a:endParaRPr b="0" lang="en-US" sz="2000" spc="-1" strike="noStrike">
              <a:latin typeface="Arial"/>
            </a:endParaRPr>
          </a:p>
        </p:txBody>
      </p:sp>
    </p:spTree>
  </p:cSld>
  <p:clrMap bg1="lt1" bg2="lt2" tx1="dk1" tx2="dk2" accent1="accent1" accent2="accent2" accent3="accent3" accent4="accent4" accent5="accent5" accent6="accent6" hlink="hlink" folHlink="folHlink"/>
  <p:sldLayoutIdLst>
    <p:sldLayoutId id="2147483649" r:id="rId2"/>
    <p:sldLayoutId id="2147483650" r:id="rId3"/>
    <p:sldLayoutId id="2147483651" r:id="rId4"/>
    <p:sldLayoutId id="2147483652" r:id="rId5"/>
    <p:sldLayoutId id="2147483653" r:id="rId6"/>
    <p:sldLayoutId id="2147483654" r:id="rId7"/>
    <p:sldLayoutId id="2147483655" r:id="rId8"/>
    <p:sldLayoutId id="2147483656" r:id="rId9"/>
    <p:sldLayoutId id="2147483657" r:id="rId10"/>
    <p:sldLayoutId id="2147483658" r:id="rId11"/>
    <p:sldLayoutId id="2147483659" r:id="rId12"/>
    <p:sldLayoutId id="2147483660" r:id="rId13"/>
  </p:sldLayoutIdLst>
</p:sldMaster>
</file>

<file path=ppt/slideMasters/slideMaster2.xml><?xml version="1.0" encoding="utf-8"?>
<p:sldMaster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39" name=""/>
          <p:cNvSpPr/>
          <p:nvPr/>
        </p:nvSpPr>
        <p:spPr>
          <a:xfrm>
            <a:off x="0" y="180000"/>
            <a:ext cx="9719640" cy="899640"/>
          </a:xfrm>
          <a:prstGeom prst="rect">
            <a:avLst/>
          </a:prstGeom>
          <a:solidFill>
            <a:srgbClr val="c9211e"/>
          </a:solidFill>
          <a:ln w="18000">
            <a:noFill/>
          </a:ln>
        </p:spPr>
        <p:style>
          <a:lnRef idx="0"/>
          <a:fillRef idx="0"/>
          <a:effectRef idx="0"/>
          <a:fontRef idx="minor"/>
        </p:style>
      </p:sp>
      <p:sp>
        <p:nvSpPr>
          <p:cNvPr id="40" name=""/>
          <p:cNvSpPr/>
          <p:nvPr/>
        </p:nvSpPr>
        <p:spPr>
          <a:xfrm>
            <a:off x="7560000" y="5130000"/>
            <a:ext cx="2519640" cy="404640"/>
          </a:xfrm>
          <a:prstGeom prst="rect">
            <a:avLst/>
          </a:prstGeom>
          <a:solidFill>
            <a:srgbClr val="c9211e"/>
          </a:solidFill>
          <a:ln w="18000">
            <a:noFill/>
          </a:ln>
        </p:spPr>
        <p:style>
          <a:lnRef idx="0"/>
          <a:fillRef idx="0"/>
          <a:effectRef idx="0"/>
          <a:fontRef idx="minor"/>
        </p:style>
      </p:sp>
      <p:sp>
        <p:nvSpPr>
          <p:cNvPr id="41" name=""/>
          <p:cNvSpPr/>
          <p:nvPr/>
        </p:nvSpPr>
        <p:spPr>
          <a:xfrm>
            <a:off x="900000" y="5130000"/>
            <a:ext cx="6479640" cy="404640"/>
          </a:xfrm>
          <a:prstGeom prst="rect">
            <a:avLst/>
          </a:prstGeom>
          <a:solidFill>
            <a:srgbClr val="b2b2b2"/>
          </a:solidFill>
          <a:ln w="0">
            <a:solidFill>
              <a:srgbClr val="808080"/>
            </a:solidFill>
          </a:ln>
        </p:spPr>
        <p:style>
          <a:lnRef idx="0"/>
          <a:fillRef idx="0"/>
          <a:effectRef idx="0"/>
          <a:fontRef idx="minor"/>
        </p:style>
      </p:sp>
      <p:sp>
        <p:nvSpPr>
          <p:cNvPr id="42" name=""/>
          <p:cNvSpPr/>
          <p:nvPr/>
        </p:nvSpPr>
        <p:spPr>
          <a:xfrm>
            <a:off x="180000" y="5130000"/>
            <a:ext cx="539640" cy="404640"/>
          </a:xfrm>
          <a:prstGeom prst="rect">
            <a:avLst/>
          </a:prstGeom>
          <a:noFill/>
          <a:ln w="72000">
            <a:noFill/>
          </a:ln>
        </p:spPr>
        <p:style>
          <a:lnRef idx="0"/>
          <a:fillRef idx="0"/>
          <a:effectRef idx="0"/>
          <a:fontRef idx="minor"/>
        </p:style>
      </p:sp>
      <p:sp>
        <p:nvSpPr>
          <p:cNvPr id="43" name=""/>
          <p:cNvSpPr/>
          <p:nvPr/>
        </p:nvSpPr>
        <p:spPr>
          <a:xfrm>
            <a:off x="180000" y="5130000"/>
            <a:ext cx="539640" cy="404640"/>
          </a:xfrm>
          <a:prstGeom prst="rect">
            <a:avLst/>
          </a:prstGeom>
          <a:solidFill>
            <a:srgbClr val="c9211e"/>
          </a:solidFill>
          <a:ln w="18000">
            <a:noFill/>
          </a:ln>
        </p:spPr>
        <p:style>
          <a:lnRef idx="0"/>
          <a:fillRef idx="0"/>
          <a:effectRef idx="0"/>
          <a:fontRef idx="minor"/>
        </p:style>
      </p:sp>
      <p:sp>
        <p:nvSpPr>
          <p:cNvPr id="44" name="PlaceHolder 1"/>
          <p:cNvSpPr>
            <a:spLocks noGrp="1"/>
          </p:cNvSpPr>
          <p:nvPr>
            <p:ph type="title"/>
          </p:nvPr>
        </p:nvSpPr>
        <p:spPr>
          <a:xfrm>
            <a:off x="360000" y="270000"/>
            <a:ext cx="9359640" cy="719640"/>
          </a:xfrm>
          <a:prstGeom prst="rect">
            <a:avLst/>
          </a:prstGeom>
        </p:spPr>
        <p:txBody>
          <a:bodyPr lIns="0" rIns="0" tIns="0" bIns="0" anchor="ctr">
            <a:noAutofit/>
          </a:bodyPr>
          <a:p>
            <a:pPr algn="ctr"/>
            <a:r>
              <a:rPr b="0" lang="en-US" sz="4400" spc="-1" strike="noStrike">
                <a:latin typeface="Arial"/>
              </a:rPr>
              <a:t>Click to edit the title text </a:t>
            </a:r>
            <a:r>
              <a:rPr b="0" lang="en-US" sz="4400" spc="-1" strike="noStrike">
                <a:latin typeface="Arial"/>
              </a:rPr>
              <a:t>format</a:t>
            </a:r>
            <a:endParaRPr b="0" lang="en-US" sz="4400" spc="-1" strike="noStrike">
              <a:latin typeface="Arial"/>
            </a:endParaRPr>
          </a:p>
        </p:txBody>
      </p:sp>
      <p:sp>
        <p:nvSpPr>
          <p:cNvPr id="45" name="PlaceHolder 2"/>
          <p:cNvSpPr>
            <a:spLocks noGrp="1"/>
          </p:cNvSpPr>
          <p:nvPr>
            <p:ph type="body"/>
          </p:nvPr>
        </p:nvSpPr>
        <p:spPr>
          <a:xfrm>
            <a:off x="360000" y="1350000"/>
            <a:ext cx="9179640" cy="3509640"/>
          </a:xfrm>
          <a:prstGeom prst="rect">
            <a:avLst/>
          </a:prstGeom>
        </p:spPr>
        <p:txBody>
          <a:bodyPr lIns="0" rIns="0" tIns="0" bIns="0">
            <a:normAutofit/>
          </a:bodyPr>
          <a:p>
            <a:pPr marL="432000" indent="-324000">
              <a:spcBef>
                <a:spcPts val="1417"/>
              </a:spcBef>
              <a:buClr>
                <a:srgbClr val="000000"/>
              </a:buClr>
              <a:buSzPct val="45000"/>
              <a:buFont typeface="Wingdings" charset="2"/>
              <a:buChar char=""/>
            </a:pPr>
            <a:r>
              <a:rPr b="0" lang="en-US" sz="3200" spc="-1" strike="noStrike">
                <a:latin typeface="Arial"/>
              </a:rPr>
              <a:t>Click to edit the outline text format</a:t>
            </a:r>
            <a:endParaRPr b="0" lang="en-US" sz="3200" spc="-1" strike="noStrike">
              <a:latin typeface="Arial"/>
            </a:endParaRPr>
          </a:p>
          <a:p>
            <a:pPr lvl="1" marL="864000" indent="-324000">
              <a:spcBef>
                <a:spcPts val="1134"/>
              </a:spcBef>
              <a:buClr>
                <a:srgbClr val="000000"/>
              </a:buClr>
              <a:buSzPct val="75000"/>
              <a:buFont typeface="Symbol" charset="2"/>
              <a:buChar char=""/>
            </a:pPr>
            <a:r>
              <a:rPr b="0" lang="en-US" sz="2800" spc="-1" strike="noStrike">
                <a:latin typeface="Arial"/>
              </a:rPr>
              <a:t>Second Outline Level</a:t>
            </a:r>
            <a:endParaRPr b="0" lang="en-US" sz="2800" spc="-1" strike="noStrike">
              <a:latin typeface="Arial"/>
            </a:endParaRPr>
          </a:p>
          <a:p>
            <a:pPr lvl="2" marL="1296000" indent="-288000">
              <a:spcBef>
                <a:spcPts val="850"/>
              </a:spcBef>
              <a:buClr>
                <a:srgbClr val="000000"/>
              </a:buClr>
              <a:buSzPct val="45000"/>
              <a:buFont typeface="Wingdings" charset="2"/>
              <a:buChar char=""/>
            </a:pPr>
            <a:r>
              <a:rPr b="0" lang="en-US" sz="2400" spc="-1" strike="noStrike">
                <a:latin typeface="Arial"/>
              </a:rPr>
              <a:t>Third Outline Level</a:t>
            </a:r>
            <a:endParaRPr b="0" lang="en-US" sz="2400" spc="-1" strike="noStrike">
              <a:latin typeface="Arial"/>
            </a:endParaRPr>
          </a:p>
          <a:p>
            <a:pPr lvl="3" marL="1728000" indent="-216000">
              <a:spcBef>
                <a:spcPts val="567"/>
              </a:spcBef>
              <a:buClr>
                <a:srgbClr val="000000"/>
              </a:buClr>
              <a:buSzPct val="75000"/>
              <a:buFont typeface="Symbol" charset="2"/>
              <a:buChar char=""/>
            </a:pPr>
            <a:r>
              <a:rPr b="0" lang="en-US" sz="2000" spc="-1" strike="noStrike">
                <a:latin typeface="Arial"/>
              </a:rPr>
              <a:t>Fourth Outline Level</a:t>
            </a:r>
            <a:endParaRPr b="0" lang="en-US" sz="2000" spc="-1" strike="noStrike">
              <a:latin typeface="Arial"/>
            </a:endParaRPr>
          </a:p>
          <a:p>
            <a:pPr lvl="4" marL="2160000" indent="-216000">
              <a:spcBef>
                <a:spcPts val="283"/>
              </a:spcBef>
              <a:buClr>
                <a:srgbClr val="000000"/>
              </a:buClr>
              <a:buSzPct val="45000"/>
              <a:buFont typeface="Wingdings" charset="2"/>
              <a:buChar char=""/>
            </a:pPr>
            <a:r>
              <a:rPr b="0" lang="en-US" sz="2000" spc="-1" strike="noStrike">
                <a:latin typeface="Arial"/>
              </a:rPr>
              <a:t>Fifth Outline Level</a:t>
            </a:r>
            <a:endParaRPr b="0" lang="en-US" sz="2000" spc="-1" strike="noStrike">
              <a:latin typeface="Arial"/>
            </a:endParaRPr>
          </a:p>
          <a:p>
            <a:pPr lvl="5" marL="2592000" indent="-216000">
              <a:spcBef>
                <a:spcPts val="283"/>
              </a:spcBef>
              <a:buClr>
                <a:srgbClr val="000000"/>
              </a:buClr>
              <a:buSzPct val="45000"/>
              <a:buFont typeface="Wingdings" charset="2"/>
              <a:buChar char=""/>
            </a:pPr>
            <a:r>
              <a:rPr b="0" lang="en-US" sz="2000" spc="-1" strike="noStrike">
                <a:latin typeface="Arial"/>
              </a:rPr>
              <a:t>Sixth Outline Level</a:t>
            </a:r>
            <a:endParaRPr b="0" lang="en-US" sz="2000" spc="-1" strike="noStrike">
              <a:latin typeface="Arial"/>
            </a:endParaRPr>
          </a:p>
          <a:p>
            <a:pPr lvl="6" marL="3024000" indent="-216000">
              <a:spcBef>
                <a:spcPts val="283"/>
              </a:spcBef>
              <a:buClr>
                <a:srgbClr val="000000"/>
              </a:buClr>
              <a:buSzPct val="45000"/>
              <a:buFont typeface="Wingdings" charset="2"/>
              <a:buChar char=""/>
            </a:pPr>
            <a:r>
              <a:rPr b="0" lang="en-US" sz="2000" spc="-1" strike="noStrike">
                <a:latin typeface="Arial"/>
              </a:rPr>
              <a:t>Seventh Outline Level</a:t>
            </a:r>
            <a:endParaRPr b="0" lang="en-US" sz="2000" spc="-1" strike="noStrike">
              <a:latin typeface="Arial"/>
            </a:endParaRPr>
          </a:p>
        </p:txBody>
      </p:sp>
    </p:spTree>
  </p:cSld>
  <p:clrMap bg1="lt1" bg2="lt2" tx1="dk1" tx2="dk2" accent1="accent1" accent2="accent2" accent3="accent3" accent4="accent4" accent5="accent5" accent6="accent6" hlink="hlink" folHlink="folHlink"/>
  <p:sldLayoutIdLst>
    <p:sldLayoutId id="2147483662" r:id="rId2"/>
    <p:sldLayoutId id="2147483663" r:id="rId3"/>
    <p:sldLayoutId id="2147483664" r:id="rId4"/>
    <p:sldLayoutId id="2147483665" r:id="rId5"/>
    <p:sldLayoutId id="2147483666" r:id="rId6"/>
    <p:sldLayoutId id="2147483667" r:id="rId7"/>
    <p:sldLayoutId id="2147483668" r:id="rId8"/>
    <p:sldLayoutId id="2147483669" r:id="rId9"/>
    <p:sldLayoutId id="2147483670" r:id="rId10"/>
    <p:sldLayoutId id="2147483671" r:id="rId11"/>
    <p:sldLayoutId id="2147483672" r:id="rId12"/>
    <p:sldLayoutId id="2147483673" r:id="rId13"/>
  </p:sldLayoutIdLst>
</p:sldMaster>
</file>

<file path=ppt/slides/_rels/slide1.xml.rels><?xml version="1.0" encoding="UTF-8"?>
<Relationships xmlns="http://schemas.openxmlformats.org/package/2006/relationships"><Relationship Id="rId1" Type="http://schemas.openxmlformats.org/officeDocument/2006/relationships/slideLayout" Target="../slideLayouts/slideLayout3.xml"/>
</Relationships>
</file>

<file path=ppt/slides/_rels/slide2.xml.rels><?xml version="1.0" encoding="UTF-8"?>
<Relationships xmlns="http://schemas.openxmlformats.org/package/2006/relationships"><Relationship Id="rId1" Type="http://schemas.openxmlformats.org/officeDocument/2006/relationships/slideLayout" Target="../slideLayouts/slideLayout13.xml"/>
</Relationships>
</file>

<file path=ppt/slides/_rels/slide3.xml.rels><?xml version="1.0" encoding="UTF-8"?>
<Relationships xmlns="http://schemas.openxmlformats.org/package/2006/relationships"><Relationship Id="rId1" Type="http://schemas.openxmlformats.org/officeDocument/2006/relationships/hyperlink" Target="https://www.cbs.dk/bibliotek/databaser/orbis" TargetMode="External"/><Relationship Id="rId2" Type="http://schemas.openxmlformats.org/officeDocument/2006/relationships/image" Target="../media/image1.png"/><Relationship Id="rId3" Type="http://schemas.openxmlformats.org/officeDocument/2006/relationships/slideLayout" Target="../slideLayouts/slideLayout13.xml"/>
</Relationships>
</file>

<file path=ppt/slides/_rels/slide4.xml.rels><?xml version="1.0" encoding="UTF-8"?>
<Relationships xmlns="http://schemas.openxmlformats.org/package/2006/relationships"><Relationship Id="rId1" Type="http://schemas.openxmlformats.org/officeDocument/2006/relationships/hyperlink" Target="https://datacvr.virk.dk/" TargetMode="External"/><Relationship Id="rId2" Type="http://schemas.openxmlformats.org/officeDocument/2006/relationships/hyperlink" Target="https://datacvr.virk.dk/enhed/virksomhed/61126228" TargetMode="External"/><Relationship Id="rId3" Type="http://schemas.openxmlformats.org/officeDocument/2006/relationships/slideLayout" Target="../slideLayouts/slideLayout13.xml"/>
</Relationships>
</file>

<file path=ppt/slides/_rels/slide5.xml.rels><?xml version="1.0" encoding="UTF-8"?>
<Relationships xmlns="http://schemas.openxmlformats.org/package/2006/relationships"><Relationship Id="rId1" Type="http://schemas.openxmlformats.org/officeDocument/2006/relationships/slideLayout" Target="../slideLayouts/slideLayout13.xml"/>
</Relationships>
</file>

<file path=ppt/slides/_rels/slide6.xml.rels><?xml version="1.0" encoding="UTF-8"?>
<Relationships xmlns="http://schemas.openxmlformats.org/package/2006/relationships"><Relationship Id="rId1" Type="http://schemas.openxmlformats.org/officeDocument/2006/relationships/image" Target="../media/image2.png"/><Relationship Id="rId2" Type="http://schemas.openxmlformats.org/officeDocument/2006/relationships/image" Target="../media/image3.png"/><Relationship Id="rId3" Type="http://schemas.openxmlformats.org/officeDocument/2006/relationships/slideLayout" Target="../slideLayouts/slideLayout13.xml"/>
</Relationships>
</file>

<file path=ppt/slides/_rels/slide7.xml.rels><?xml version="1.0" encoding="UTF-8"?>
<Relationships xmlns="http://schemas.openxmlformats.org/package/2006/relationships"><Relationship Id="rId1" Type="http://schemas.openxmlformats.org/officeDocument/2006/relationships/slideLayout" Target="../slideLayouts/slideLayout13.xml"/>
</Relationships>
</file>

<file path=ppt/slides/_rels/slide8.xml.rels><?xml version="1.0" encoding="UTF-8"?>
<Relationships xmlns="http://schemas.openxmlformats.org/package/2006/relationships"><Relationship Id="rId1" Type="http://schemas.openxmlformats.org/officeDocument/2006/relationships/slideLayout" Target="../slideLayouts/slideLayout13.xml"/>
</Relationships>
</file>

<file path=ppt/slides/_rels/slide9.xml.rels><?xml version="1.0" encoding="UTF-8"?>
<Relationships xmlns="http://schemas.openxmlformats.org/package/2006/relationships"><Relationship Id="rId1" Type="http://schemas.openxmlformats.org/officeDocument/2006/relationships/image" Target="../media/image4.png"/><Relationship Id="rId2" Type="http://schemas.openxmlformats.org/officeDocument/2006/relationships/image" Target="../media/image5.png"/><Relationship Id="rId3" Type="http://schemas.openxmlformats.org/officeDocument/2006/relationships/slideLayout" Target="../slideLayouts/slideLayout13.xml"/>
</Relationships>
</file>

<file path=ppt/slides/slide1.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82" name=""/>
          <p:cNvSpPr/>
          <p:nvPr/>
        </p:nvSpPr>
        <p:spPr>
          <a:xfrm>
            <a:off x="360000" y="2160000"/>
            <a:ext cx="9179640" cy="719640"/>
          </a:xfrm>
          <a:prstGeom prst="rect">
            <a:avLst/>
          </a:prstGeom>
          <a:noFill/>
          <a:ln w="0">
            <a:noFill/>
          </a:ln>
        </p:spPr>
        <p:style>
          <a:lnRef idx="0"/>
          <a:fillRef idx="0"/>
          <a:effectRef idx="0"/>
          <a:fontRef idx="minor"/>
        </p:style>
        <p:txBody>
          <a:bodyPr lIns="0" rIns="0" tIns="0" bIns="0" anchor="b">
            <a:noAutofit/>
          </a:bodyPr>
          <a:p>
            <a:pPr>
              <a:lnSpc>
                <a:spcPct val="100000"/>
              </a:lnSpc>
            </a:pPr>
            <a:r>
              <a:rPr b="1" lang="zxx" sz="2400" spc="-1" strike="noStrike">
                <a:solidFill>
                  <a:srgbClr val="ffffff"/>
                </a:solidFill>
                <a:latin typeface="Source Sans Pro Black"/>
              </a:rPr>
              <a:t>Øvelseslektion#2 </a:t>
            </a:r>
            <a:br/>
            <a:r>
              <a:rPr b="1" lang="zxx" sz="2400" spc="-1" strike="noStrike">
                <a:solidFill>
                  <a:srgbClr val="ffffff"/>
                </a:solidFill>
                <a:latin typeface="Source Sans Pro Black"/>
              </a:rPr>
              <a:t>Indsamling og konstruktion af netværksdata</a:t>
            </a:r>
            <a:endParaRPr b="0" lang="en-US" sz="2400" spc="-1" strike="noStrike">
              <a:latin typeface="Arial"/>
            </a:endParaRPr>
          </a:p>
        </p:txBody>
      </p:sp>
      <p:sp>
        <p:nvSpPr>
          <p:cNvPr id="83" name=""/>
          <p:cNvSpPr/>
          <p:nvPr/>
        </p:nvSpPr>
        <p:spPr>
          <a:xfrm>
            <a:off x="540000" y="3150000"/>
            <a:ext cx="8999640" cy="1889640"/>
          </a:xfrm>
          <a:prstGeom prst="rect">
            <a:avLst/>
          </a:prstGeom>
          <a:noFill/>
          <a:ln w="0">
            <a:noFill/>
          </a:ln>
        </p:spPr>
        <p:style>
          <a:lnRef idx="0"/>
          <a:fillRef idx="0"/>
          <a:effectRef idx="0"/>
          <a:fontRef idx="minor"/>
        </p:style>
      </p:sp>
    </p:spTree>
  </p:cSld>
  <mc:AlternateContent>
    <mc:Choice Requires="p14">
      <p:transition spd="slow" p14:dur="2000"/>
    </mc:Choice>
    <mc:Fallback>
      <p:transition spd="slow"/>
    </mc:Fallback>
  </mc:AlternateContent>
</p:sld>
</file>

<file path=ppt/slides/slide2.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84" name=""/>
          <p:cNvSpPr/>
          <p:nvPr/>
        </p:nvSpPr>
        <p:spPr>
          <a:xfrm>
            <a:off x="360000" y="270000"/>
            <a:ext cx="9359640" cy="719640"/>
          </a:xfrm>
          <a:prstGeom prst="rect">
            <a:avLst/>
          </a:prstGeom>
          <a:noFill/>
          <a:ln w="0">
            <a:noFill/>
          </a:ln>
        </p:spPr>
        <p:style>
          <a:lnRef idx="0"/>
          <a:fillRef idx="0"/>
          <a:effectRef idx="0"/>
          <a:fontRef idx="minor"/>
        </p:style>
        <p:txBody>
          <a:bodyPr lIns="0" rIns="0" tIns="0" bIns="0" anchor="b">
            <a:noAutofit/>
          </a:bodyPr>
          <a:p>
            <a:pPr>
              <a:lnSpc>
                <a:spcPct val="100000"/>
              </a:lnSpc>
            </a:pPr>
            <a:r>
              <a:rPr b="1" lang="zxx" sz="2400" spc="-1" strike="noStrike">
                <a:solidFill>
                  <a:srgbClr val="ffffff"/>
                </a:solidFill>
                <a:latin typeface="Source Sans Pro Black"/>
              </a:rPr>
              <a:t>#Datakilder:</a:t>
            </a:r>
            <a:endParaRPr b="0" lang="en-US" sz="2400" spc="-1" strike="noStrike">
              <a:latin typeface="Arial"/>
            </a:endParaRPr>
          </a:p>
        </p:txBody>
      </p:sp>
      <p:sp>
        <p:nvSpPr>
          <p:cNvPr id="85" name=""/>
          <p:cNvSpPr/>
          <p:nvPr/>
        </p:nvSpPr>
        <p:spPr>
          <a:xfrm>
            <a:off x="360000" y="1350000"/>
            <a:ext cx="9179640" cy="3509640"/>
          </a:xfrm>
          <a:prstGeom prst="rect">
            <a:avLst/>
          </a:prstGeom>
          <a:noFill/>
          <a:ln w="0">
            <a:noFill/>
          </a:ln>
        </p:spPr>
        <p:style>
          <a:lnRef idx="0"/>
          <a:fillRef idx="0"/>
          <a:effectRef idx="0"/>
          <a:fontRef idx="minor"/>
        </p:style>
        <p:txBody>
          <a:bodyPr lIns="0" rIns="0" tIns="0" bIns="0">
            <a:normAutofit/>
          </a:bodyPr>
          <a:p>
            <a:pPr marL="216000" indent="-215640">
              <a:lnSpc>
                <a:spcPct val="100000"/>
              </a:lnSpc>
              <a:spcAft>
                <a:spcPts val="853"/>
              </a:spcAft>
              <a:buClr>
                <a:srgbClr val="000000"/>
              </a:buClr>
              <a:buFont typeface="StarSymbol"/>
              <a:buAutoNum type="arabicParenR"/>
            </a:pPr>
            <a:r>
              <a:rPr b="1" lang="zxx" sz="1950" spc="-1" strike="noStrike">
                <a:solidFill>
                  <a:srgbClr val="1c1c1c"/>
                </a:solidFill>
                <a:latin typeface="Source Sans Pro Semibold"/>
              </a:rPr>
              <a:t>Data fra Orbis (se evt. også Lasses video på Canvas).</a:t>
            </a:r>
            <a:endParaRPr b="0" lang="en-US" sz="1950" spc="-1" strike="noStrike">
              <a:latin typeface="Arial"/>
            </a:endParaRPr>
          </a:p>
          <a:p>
            <a:pPr marL="216000" indent="-215640">
              <a:lnSpc>
                <a:spcPct val="100000"/>
              </a:lnSpc>
              <a:spcAft>
                <a:spcPts val="853"/>
              </a:spcAft>
              <a:buClr>
                <a:srgbClr val="000000"/>
              </a:buClr>
              <a:buFont typeface="StarSymbol"/>
              <a:buAutoNum type="arabicParenR"/>
            </a:pPr>
            <a:r>
              <a:rPr b="1" lang="zxx" sz="1950" spc="-1" strike="noStrike">
                <a:solidFill>
                  <a:srgbClr val="1c1c1c"/>
                </a:solidFill>
                <a:latin typeface="Source Sans Pro Semibold"/>
              </a:rPr>
              <a:t>Data fra andre kilder, som I selv finder. </a:t>
            </a:r>
            <a:endParaRPr b="0" lang="en-US" sz="1950" spc="-1" strike="noStrike">
              <a:latin typeface="Arial"/>
            </a:endParaRPr>
          </a:p>
          <a:p>
            <a:pPr lvl="1" marL="432000" indent="-216000">
              <a:lnSpc>
                <a:spcPct val="100000"/>
              </a:lnSpc>
              <a:spcAft>
                <a:spcPts val="853"/>
              </a:spcAft>
              <a:buClr>
                <a:srgbClr val="000000"/>
              </a:buClr>
              <a:buSzPct val="45000"/>
              <a:buFont typeface="Wingdings" charset="2"/>
              <a:buChar char=""/>
            </a:pPr>
            <a:r>
              <a:rPr b="1" lang="zxx" sz="1950" spc="-1" strike="noStrike">
                <a:solidFill>
                  <a:srgbClr val="1c1c1c"/>
                </a:solidFill>
                <a:latin typeface="Source Sans Pro Semibold"/>
              </a:rPr>
              <a:t>CVR, fx.</a:t>
            </a:r>
            <a:endParaRPr b="0" lang="en-US" sz="1950" spc="-1" strike="noStrike">
              <a:latin typeface="Arial"/>
            </a:endParaRPr>
          </a:p>
          <a:p>
            <a:pPr marL="216000" indent="-215640">
              <a:lnSpc>
                <a:spcPct val="100000"/>
              </a:lnSpc>
              <a:spcAft>
                <a:spcPts val="853"/>
              </a:spcAft>
              <a:buClr>
                <a:srgbClr val="000000"/>
              </a:buClr>
              <a:buFont typeface="StarSymbol"/>
              <a:buAutoNum type="arabicParenR"/>
            </a:pPr>
            <a:r>
              <a:rPr b="1" lang="zxx" sz="1950" spc="-1" strike="noStrike">
                <a:solidFill>
                  <a:srgbClr val="1c1c1c"/>
                </a:solidFill>
                <a:latin typeface="Source Sans Pro Semibold"/>
              </a:rPr>
              <a:t>Danish Elite Nework 2017 (den17).</a:t>
            </a:r>
            <a:endParaRPr b="0" lang="en-US" sz="1950" spc="-1" strike="noStrike">
              <a:latin typeface="Arial"/>
            </a:endParaRPr>
          </a:p>
        </p:txBody>
      </p:sp>
    </p:spTree>
  </p:cSld>
  <mc:AlternateContent>
    <mc:Choice Requires="p14">
      <p:transition spd="slow" p14:dur="2000"/>
    </mc:Choice>
    <mc:Fallback>
      <p:transition spd="slow"/>
    </mc:Fallback>
  </mc:AlternateContent>
</p:sld>
</file>

<file path=ppt/slides/slide3.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86" name=""/>
          <p:cNvSpPr/>
          <p:nvPr/>
        </p:nvSpPr>
        <p:spPr>
          <a:xfrm>
            <a:off x="360000" y="270000"/>
            <a:ext cx="9359640" cy="719640"/>
          </a:xfrm>
          <a:prstGeom prst="rect">
            <a:avLst/>
          </a:prstGeom>
          <a:noFill/>
          <a:ln w="0">
            <a:noFill/>
          </a:ln>
        </p:spPr>
        <p:style>
          <a:lnRef idx="0"/>
          <a:fillRef idx="0"/>
          <a:effectRef idx="0"/>
          <a:fontRef idx="minor"/>
        </p:style>
        <p:txBody>
          <a:bodyPr lIns="0" rIns="0" tIns="0" bIns="0" anchor="b">
            <a:noAutofit/>
          </a:bodyPr>
          <a:p>
            <a:pPr>
              <a:lnSpc>
                <a:spcPct val="100000"/>
              </a:lnSpc>
            </a:pPr>
            <a:r>
              <a:rPr b="1" lang="en-US" sz="2400" spc="-1" strike="noStrike">
                <a:solidFill>
                  <a:srgbClr val="ffffff"/>
                </a:solidFill>
                <a:latin typeface="Source Sans Pro Black"/>
              </a:rPr>
              <a:t>#Orbisdata: Tobacco and Liquor</a:t>
            </a:r>
            <a:endParaRPr b="0" lang="en-US" sz="2400" spc="-1" strike="noStrike">
              <a:latin typeface="Arial"/>
            </a:endParaRPr>
          </a:p>
        </p:txBody>
      </p:sp>
      <p:sp>
        <p:nvSpPr>
          <p:cNvPr id="87" name=""/>
          <p:cNvSpPr/>
          <p:nvPr/>
        </p:nvSpPr>
        <p:spPr>
          <a:xfrm>
            <a:off x="360000" y="1350000"/>
            <a:ext cx="6920640" cy="3509640"/>
          </a:xfrm>
          <a:prstGeom prst="rect">
            <a:avLst/>
          </a:prstGeom>
          <a:noFill/>
          <a:ln w="0">
            <a:noFill/>
          </a:ln>
        </p:spPr>
        <p:style>
          <a:lnRef idx="0"/>
          <a:fillRef idx="0"/>
          <a:effectRef idx="0"/>
          <a:fontRef idx="minor"/>
        </p:style>
        <p:txBody>
          <a:bodyPr lIns="0" rIns="0" tIns="0" bIns="0">
            <a:normAutofit fontScale="52000"/>
          </a:bodyPr>
          <a:p>
            <a:pPr>
              <a:lnSpc>
                <a:spcPct val="100000"/>
              </a:lnSpc>
              <a:spcAft>
                <a:spcPts val="853"/>
              </a:spcAft>
            </a:pPr>
            <a:r>
              <a:rPr b="1" lang="en-US" sz="1950" spc="-1" strike="noStrike" u="sng">
                <a:solidFill>
                  <a:srgbClr val="0000ff"/>
                </a:solidFill>
                <a:uFillTx/>
                <a:latin typeface="Source Sans Pro Semibold"/>
                <a:hlinkClick r:id="rId1"/>
              </a:rPr>
              <a:t>https://www.cbs.dk/bibliotek/databaser/orbis</a:t>
            </a:r>
            <a:endParaRPr b="0" lang="en-US" sz="1950" spc="-1" strike="noStrike">
              <a:latin typeface="Arial"/>
            </a:endParaRPr>
          </a:p>
          <a:p>
            <a:pPr>
              <a:lnSpc>
                <a:spcPct val="100000"/>
              </a:lnSpc>
              <a:spcAft>
                <a:spcPts val="853"/>
              </a:spcAft>
            </a:pPr>
            <a:r>
              <a:rPr b="1" lang="en-US" sz="1950" spc="-1" strike="noStrike">
                <a:solidFill>
                  <a:srgbClr val="1c1c1c"/>
                </a:solidFill>
                <a:latin typeface="Source Sans Pro Semibold"/>
              </a:rPr>
              <a:t> </a:t>
            </a:r>
            <a:endParaRPr b="0" lang="en-US" sz="1950" spc="-1" strike="noStrike">
              <a:latin typeface="Arial"/>
            </a:endParaRPr>
          </a:p>
          <a:p>
            <a:pPr marL="216000" indent="-215640">
              <a:lnSpc>
                <a:spcPct val="100000"/>
              </a:lnSpc>
              <a:spcAft>
                <a:spcPts val="853"/>
              </a:spcAft>
              <a:buClr>
                <a:srgbClr val="000000"/>
              </a:buClr>
              <a:buFont typeface="StarSymbol"/>
              <a:buAutoNum type="arabicParenR"/>
            </a:pPr>
            <a:r>
              <a:rPr b="1" lang="en-US" sz="1950" spc="-1" strike="noStrike">
                <a:solidFill>
                  <a:srgbClr val="1c1c1c"/>
                </a:solidFill>
                <a:latin typeface="Source Sans Pro Semibold"/>
              </a:rPr>
              <a:t>Filter: </a:t>
            </a:r>
            <a:r>
              <a:rPr b="1" i="1" lang="en-US" sz="1950" spc="-1" strike="noStrike">
                <a:solidFill>
                  <a:srgbClr val="b2b2b2"/>
                </a:solidFill>
                <a:latin typeface="Source Sans Pro Semibold"/>
              </a:rPr>
              <a:t>legal form: Plc ; Industry: NACE 11 (-soft drinks) + 12</a:t>
            </a:r>
            <a:endParaRPr b="0" lang="en-US" sz="1950" spc="-1" strike="noStrike">
              <a:latin typeface="Arial"/>
            </a:endParaRPr>
          </a:p>
          <a:p>
            <a:pPr marL="216000" indent="-215640">
              <a:lnSpc>
                <a:spcPct val="100000"/>
              </a:lnSpc>
              <a:spcAft>
                <a:spcPts val="853"/>
              </a:spcAft>
              <a:buClr>
                <a:srgbClr val="000000"/>
              </a:buClr>
              <a:buFont typeface="StarSymbol"/>
              <a:buAutoNum type="arabicParenR"/>
            </a:pPr>
            <a:r>
              <a:rPr b="1" lang="en-US" sz="1950" spc="-1" strike="noStrike">
                <a:solidFill>
                  <a:srgbClr val="000000"/>
                </a:solidFill>
                <a:latin typeface="Source Sans Pro Semibold"/>
              </a:rPr>
              <a:t>View results</a:t>
            </a:r>
            <a:endParaRPr b="0" lang="en-US" sz="1950" spc="-1" strike="noStrike">
              <a:latin typeface="Arial"/>
            </a:endParaRPr>
          </a:p>
          <a:p>
            <a:pPr marL="216000" indent="-215640">
              <a:lnSpc>
                <a:spcPct val="100000"/>
              </a:lnSpc>
              <a:spcAft>
                <a:spcPts val="853"/>
              </a:spcAft>
              <a:buClr>
                <a:srgbClr val="000000"/>
              </a:buClr>
              <a:buFont typeface="StarSymbol"/>
              <a:buAutoNum type="arabicParenR"/>
            </a:pPr>
            <a:r>
              <a:rPr b="1" lang="en-US" sz="1950" spc="-1" strike="noStrike">
                <a:solidFill>
                  <a:srgbClr val="000000"/>
                </a:solidFill>
                <a:latin typeface="Source Sans Pro Semibold"/>
              </a:rPr>
              <a:t>Add variables [add/remove columns]: </a:t>
            </a:r>
            <a:endParaRPr b="0" lang="en-US" sz="1950" spc="-1" strike="noStrike">
              <a:latin typeface="Arial"/>
            </a:endParaRPr>
          </a:p>
          <a:p>
            <a:pPr lvl="1" marL="432000" indent="-215640">
              <a:lnSpc>
                <a:spcPct val="100000"/>
              </a:lnSpc>
              <a:spcAft>
                <a:spcPts val="848"/>
              </a:spcAft>
              <a:buClr>
                <a:srgbClr val="000000"/>
              </a:buClr>
              <a:buFont typeface="StarSymbol"/>
              <a:buAutoNum type="arabicParenR"/>
            </a:pPr>
            <a:r>
              <a:rPr b="0" i="1" lang="en-US" sz="1650" spc="-1" strike="noStrike">
                <a:solidFill>
                  <a:srgbClr val="999999"/>
                </a:solidFill>
                <a:latin typeface="Source Sans Pro Light"/>
              </a:rPr>
              <a:t>”</a:t>
            </a:r>
            <a:r>
              <a:rPr b="0" i="1" lang="en-US" sz="1650" spc="-1" strike="noStrike">
                <a:solidFill>
                  <a:srgbClr val="999999"/>
                </a:solidFill>
                <a:latin typeface="Source Sans Pro Light"/>
              </a:rPr>
              <a:t>directors and managers” &gt; full name; id; job title; Current or previous; Appointment date, Resignation date</a:t>
            </a:r>
            <a:endParaRPr b="0" lang="en-US" sz="1650" spc="-1" strike="noStrike">
              <a:latin typeface="Arial"/>
            </a:endParaRPr>
          </a:p>
          <a:p>
            <a:pPr lvl="1" marL="432000" indent="-215640">
              <a:lnSpc>
                <a:spcPct val="100000"/>
              </a:lnSpc>
              <a:spcAft>
                <a:spcPts val="848"/>
              </a:spcAft>
              <a:buClr>
                <a:srgbClr val="000000"/>
              </a:buClr>
              <a:buFont typeface="StarSymbol"/>
              <a:buAutoNum type="arabicParenR"/>
            </a:pPr>
            <a:r>
              <a:rPr b="0" i="1" lang="en-US" sz="1650" spc="-1" strike="noStrike">
                <a:solidFill>
                  <a:srgbClr val="999999"/>
                </a:solidFill>
                <a:latin typeface="Source Sans Pro Light"/>
              </a:rPr>
              <a:t>“</a:t>
            </a:r>
            <a:r>
              <a:rPr b="0" i="1" lang="en-US" sz="1650" spc="-1" strike="noStrike">
                <a:solidFill>
                  <a:srgbClr val="999999"/>
                </a:solidFill>
                <a:latin typeface="Source Sans Pro Light"/>
              </a:rPr>
              <a:t>other role information” &gt; Type of role; Board, committee or department; Level of responsibility</a:t>
            </a:r>
            <a:endParaRPr b="0" lang="en-US" sz="1650" spc="-1" strike="noStrike">
              <a:latin typeface="Arial"/>
            </a:endParaRPr>
          </a:p>
          <a:p>
            <a:pPr lvl="1" marL="432000" indent="-215640">
              <a:lnSpc>
                <a:spcPct val="100000"/>
              </a:lnSpc>
              <a:spcAft>
                <a:spcPts val="848"/>
              </a:spcAft>
              <a:buClr>
                <a:srgbClr val="000000"/>
              </a:buClr>
              <a:buFont typeface="StarSymbol"/>
              <a:buAutoNum type="arabicParenR"/>
            </a:pPr>
            <a:r>
              <a:rPr b="0" i="1" lang="en-US" sz="1650" spc="-1" strike="noStrike">
                <a:solidFill>
                  <a:srgbClr val="999999"/>
                </a:solidFill>
                <a:latin typeface="Source Sans Pro Light"/>
              </a:rPr>
              <a:t>...og meget mere...</a:t>
            </a:r>
            <a:endParaRPr b="0" lang="en-US" sz="1650" spc="-1" strike="noStrike">
              <a:latin typeface="Arial"/>
            </a:endParaRPr>
          </a:p>
          <a:p>
            <a:pPr marL="216000" indent="-215640">
              <a:lnSpc>
                <a:spcPct val="100000"/>
              </a:lnSpc>
              <a:spcAft>
                <a:spcPts val="853"/>
              </a:spcAft>
              <a:buClr>
                <a:srgbClr val="000000"/>
              </a:buClr>
              <a:buFont typeface="StarSymbol"/>
              <a:buAutoNum type="arabicParenR"/>
            </a:pPr>
            <a:r>
              <a:rPr b="1" lang="en-US" sz="1950" spc="-1" strike="noStrike">
                <a:solidFill>
                  <a:srgbClr val="000000"/>
                </a:solidFill>
                <a:latin typeface="Source Sans Pro Semibold"/>
              </a:rPr>
              <a:t>Export: “</a:t>
            </a:r>
            <a:r>
              <a:rPr b="1" lang="en-US" sz="1950" spc="-1" strike="noStrike">
                <a:solidFill>
                  <a:srgbClr val="999999"/>
                </a:solidFill>
                <a:latin typeface="Source Sans Pro Semibold"/>
              </a:rPr>
              <a:t>Options for Excel” &gt; repeat single data item</a:t>
            </a:r>
            <a:endParaRPr b="0" lang="en-US" sz="1950" spc="-1" strike="noStrike">
              <a:latin typeface="Arial"/>
            </a:endParaRPr>
          </a:p>
          <a:p>
            <a:pPr>
              <a:lnSpc>
                <a:spcPct val="100000"/>
              </a:lnSpc>
              <a:spcAft>
                <a:spcPts val="853"/>
              </a:spcAft>
            </a:pPr>
            <a:r>
              <a:rPr b="1" lang="en-US" sz="1950" spc="-1" strike="noStrike">
                <a:solidFill>
                  <a:srgbClr val="000000"/>
                </a:solidFill>
                <a:latin typeface="Source Sans Pro Semibold"/>
              </a:rPr>
              <a:t> </a:t>
            </a:r>
            <a:endParaRPr b="0" lang="en-US" sz="1950" spc="-1" strike="noStrike">
              <a:latin typeface="Arial"/>
            </a:endParaRPr>
          </a:p>
          <a:p>
            <a:pPr>
              <a:lnSpc>
                <a:spcPct val="100000"/>
              </a:lnSpc>
              <a:spcAft>
                <a:spcPts val="853"/>
              </a:spcAft>
            </a:pPr>
            <a:r>
              <a:rPr b="1" i="1" lang="en-US" sz="1950" spc="-1" strike="noStrike">
                <a:solidFill>
                  <a:srgbClr val="b2b2b2"/>
                </a:solidFill>
                <a:latin typeface="Source Sans Pro Semibold"/>
              </a:rPr>
              <a:t> </a:t>
            </a:r>
            <a:endParaRPr b="0" lang="en-US" sz="1950" spc="-1" strike="noStrike">
              <a:latin typeface="Arial"/>
            </a:endParaRPr>
          </a:p>
          <a:p>
            <a:pPr>
              <a:lnSpc>
                <a:spcPct val="100000"/>
              </a:lnSpc>
              <a:spcAft>
                <a:spcPts val="853"/>
              </a:spcAft>
            </a:pPr>
            <a:r>
              <a:rPr b="1" lang="en-US" sz="1950" spc="-1" strike="noStrike">
                <a:solidFill>
                  <a:srgbClr val="1c1c1c"/>
                </a:solidFill>
                <a:latin typeface="Source Sans Pro Semibold"/>
              </a:rPr>
              <a:t> </a:t>
            </a:r>
            <a:endParaRPr b="0" lang="en-US" sz="1950" spc="-1" strike="noStrike">
              <a:latin typeface="Arial"/>
            </a:endParaRPr>
          </a:p>
        </p:txBody>
      </p:sp>
      <p:pic>
        <p:nvPicPr>
          <p:cNvPr id="88" name="" descr=""/>
          <p:cNvPicPr/>
          <p:nvPr/>
        </p:nvPicPr>
        <p:blipFill>
          <a:blip r:embed="rId2"/>
          <a:stretch/>
        </p:blipFill>
        <p:spPr>
          <a:xfrm>
            <a:off x="7461720" y="2365200"/>
            <a:ext cx="2500560" cy="3182400"/>
          </a:xfrm>
          <a:prstGeom prst="rect">
            <a:avLst/>
          </a:prstGeom>
          <a:ln w="18000">
            <a:noFill/>
          </a:ln>
        </p:spPr>
      </p:pic>
    </p:spTree>
  </p:cSld>
  <mc:AlternateContent>
    <mc:Choice Requires="p14">
      <p:transition spd="slow" p14:dur="2000"/>
    </mc:Choice>
    <mc:Fallback>
      <p:transition spd="slow"/>
    </mc:Fallback>
  </mc:AlternateContent>
</p:sld>
</file>

<file path=ppt/slides/slide4.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89" name=""/>
          <p:cNvSpPr/>
          <p:nvPr/>
        </p:nvSpPr>
        <p:spPr>
          <a:xfrm>
            <a:off x="360000" y="270000"/>
            <a:ext cx="9359640" cy="719640"/>
          </a:xfrm>
          <a:prstGeom prst="rect">
            <a:avLst/>
          </a:prstGeom>
          <a:noFill/>
          <a:ln w="0">
            <a:noFill/>
          </a:ln>
        </p:spPr>
        <p:style>
          <a:lnRef idx="0"/>
          <a:fillRef idx="0"/>
          <a:effectRef idx="0"/>
          <a:fontRef idx="minor"/>
        </p:style>
        <p:txBody>
          <a:bodyPr lIns="0" rIns="0" tIns="0" bIns="0" anchor="b">
            <a:noAutofit/>
          </a:bodyPr>
          <a:p>
            <a:pPr>
              <a:lnSpc>
                <a:spcPct val="100000"/>
              </a:lnSpc>
            </a:pPr>
            <a:r>
              <a:rPr b="1" lang="en-US" sz="2400" spc="-1" strike="noStrike">
                <a:solidFill>
                  <a:srgbClr val="ffffff"/>
                </a:solidFill>
                <a:latin typeface="Source Sans Pro Black"/>
              </a:rPr>
              <a:t>#CVR - Det Centrale Virksomhedsregister</a:t>
            </a:r>
            <a:endParaRPr b="0" lang="en-US" sz="2400" spc="-1" strike="noStrike">
              <a:latin typeface="Arial"/>
            </a:endParaRPr>
          </a:p>
        </p:txBody>
      </p:sp>
      <p:sp>
        <p:nvSpPr>
          <p:cNvPr id="90" name=""/>
          <p:cNvSpPr/>
          <p:nvPr/>
        </p:nvSpPr>
        <p:spPr>
          <a:xfrm>
            <a:off x="360000" y="1350000"/>
            <a:ext cx="9179640" cy="3509640"/>
          </a:xfrm>
          <a:prstGeom prst="rect">
            <a:avLst/>
          </a:prstGeom>
          <a:noFill/>
          <a:ln w="0">
            <a:noFill/>
          </a:ln>
        </p:spPr>
        <p:style>
          <a:lnRef idx="0"/>
          <a:fillRef idx="0"/>
          <a:effectRef idx="0"/>
          <a:fontRef idx="minor"/>
        </p:style>
        <p:txBody>
          <a:bodyPr lIns="0" rIns="0" tIns="0" bIns="0">
            <a:normAutofit/>
          </a:bodyPr>
          <a:p>
            <a:pPr>
              <a:lnSpc>
                <a:spcPct val="100000"/>
              </a:lnSpc>
              <a:spcAft>
                <a:spcPts val="853"/>
              </a:spcAft>
            </a:pPr>
            <a:r>
              <a:rPr b="1" lang="en-US" sz="1950" spc="-1" strike="noStrike" u="sng">
                <a:solidFill>
                  <a:srgbClr val="0000ff"/>
                </a:solidFill>
                <a:uFillTx/>
                <a:latin typeface="Source Sans Pro Semibold"/>
                <a:hlinkClick r:id="rId1"/>
              </a:rPr>
              <a:t>https://datacvr.virk.dk/</a:t>
            </a:r>
            <a:endParaRPr b="0" lang="en-US" sz="1950" spc="-1" strike="noStrike">
              <a:latin typeface="Arial"/>
            </a:endParaRPr>
          </a:p>
          <a:p>
            <a:pPr>
              <a:lnSpc>
                <a:spcPct val="100000"/>
              </a:lnSpc>
            </a:pPr>
            <a:endParaRPr b="0" lang="en-US" sz="1950" spc="-1" strike="noStrike">
              <a:latin typeface="Arial"/>
            </a:endParaRPr>
          </a:p>
          <a:p>
            <a:pPr marL="216000" indent="-215640">
              <a:lnSpc>
                <a:spcPct val="100000"/>
              </a:lnSpc>
              <a:spcAft>
                <a:spcPts val="853"/>
              </a:spcAft>
              <a:buClr>
                <a:srgbClr val="000000"/>
              </a:buClr>
              <a:buSzPct val="45000"/>
              <a:buFont typeface="Wingdings" charset="2"/>
              <a:buChar char=""/>
            </a:pPr>
            <a:r>
              <a:rPr b="1" lang="en-US" sz="1950" spc="-1" strike="noStrike">
                <a:solidFill>
                  <a:srgbClr val="1c1c1c"/>
                </a:solidFill>
                <a:latin typeface="Source Sans Pro Semibold"/>
              </a:rPr>
              <a:t>Filter:</a:t>
            </a:r>
            <a:endParaRPr b="0" lang="en-US" sz="1950" spc="-1" strike="noStrike">
              <a:latin typeface="Arial"/>
            </a:endParaRPr>
          </a:p>
          <a:p>
            <a:pPr lvl="1" marL="432000" indent="-215640">
              <a:lnSpc>
                <a:spcPct val="100000"/>
              </a:lnSpc>
              <a:spcAft>
                <a:spcPts val="848"/>
              </a:spcAft>
              <a:buClr>
                <a:srgbClr val="000000"/>
              </a:buClr>
              <a:buSzPct val="45000"/>
              <a:buFont typeface="Wingdings" charset="2"/>
              <a:buChar char=""/>
            </a:pPr>
            <a:r>
              <a:rPr b="1" lang="en-US" sz="1950" spc="-1" strike="noStrike">
                <a:solidFill>
                  <a:srgbClr val="999999"/>
                </a:solidFill>
                <a:latin typeface="Source Sans Pro Semibold"/>
              </a:rPr>
              <a:t>Region: Grønland</a:t>
            </a:r>
            <a:endParaRPr b="0" lang="en-US" sz="1950" spc="-1" strike="noStrike">
              <a:latin typeface="Arial"/>
            </a:endParaRPr>
          </a:p>
          <a:p>
            <a:pPr lvl="1" marL="432000" indent="-215640">
              <a:lnSpc>
                <a:spcPct val="100000"/>
              </a:lnSpc>
              <a:spcAft>
                <a:spcPts val="848"/>
              </a:spcAft>
              <a:buClr>
                <a:srgbClr val="000000"/>
              </a:buClr>
              <a:buSzPct val="45000"/>
              <a:buFont typeface="Wingdings" charset="2"/>
              <a:buChar char=""/>
            </a:pPr>
            <a:r>
              <a:rPr b="1" lang="en-US" sz="1950" spc="-1" strike="noStrike">
                <a:solidFill>
                  <a:srgbClr val="999999"/>
                </a:solidFill>
                <a:latin typeface="Source Sans Pro Semibold"/>
              </a:rPr>
              <a:t>Virksomhedsstatus: aktive</a:t>
            </a:r>
            <a:endParaRPr b="0" lang="en-US" sz="1950" spc="-1" strike="noStrike">
              <a:latin typeface="Arial"/>
            </a:endParaRPr>
          </a:p>
          <a:p>
            <a:pPr lvl="1" marL="432000" indent="-215640">
              <a:lnSpc>
                <a:spcPct val="100000"/>
              </a:lnSpc>
              <a:spcAft>
                <a:spcPts val="848"/>
              </a:spcAft>
              <a:buClr>
                <a:srgbClr val="000000"/>
              </a:buClr>
              <a:buSzPct val="45000"/>
              <a:buFont typeface="Wingdings" charset="2"/>
              <a:buChar char=""/>
            </a:pPr>
            <a:r>
              <a:rPr b="1" lang="en-US" sz="1950" spc="-1" strike="noStrike">
                <a:solidFill>
                  <a:srgbClr val="999999"/>
                </a:solidFill>
                <a:latin typeface="Source Sans Pro Semibold"/>
              </a:rPr>
              <a:t>Virksomhedsform: Aktieselskab</a:t>
            </a:r>
            <a:endParaRPr b="0" lang="en-US" sz="1950" spc="-1" strike="noStrike">
              <a:latin typeface="Arial"/>
            </a:endParaRPr>
          </a:p>
          <a:p>
            <a:pPr>
              <a:lnSpc>
                <a:spcPct val="100000"/>
              </a:lnSpc>
              <a:spcAft>
                <a:spcPts val="848"/>
              </a:spcAft>
            </a:pPr>
            <a:r>
              <a:rPr b="1" lang="en-US" sz="1950" spc="-1" strike="noStrike">
                <a:solidFill>
                  <a:srgbClr val="000000"/>
                </a:solidFill>
                <a:latin typeface="Source Sans Pro Semibold"/>
              </a:rPr>
              <a:t>Eksporter: </a:t>
            </a:r>
            <a:r>
              <a:rPr b="1" lang="en-US" sz="1950" spc="-1" strike="noStrike">
                <a:solidFill>
                  <a:srgbClr val="999999"/>
                </a:solidFill>
                <a:latin typeface="Source Sans Pro Semibold"/>
              </a:rPr>
              <a:t>resultat: 199 virksomheder</a:t>
            </a:r>
            <a:endParaRPr b="0" lang="en-US" sz="1950" spc="-1" strike="noStrike">
              <a:latin typeface="Arial"/>
            </a:endParaRPr>
          </a:p>
          <a:p>
            <a:pPr marL="216000" indent="-215640">
              <a:lnSpc>
                <a:spcPct val="100000"/>
              </a:lnSpc>
              <a:spcAft>
                <a:spcPts val="853"/>
              </a:spcAft>
              <a:buClr>
                <a:srgbClr val="000000"/>
              </a:buClr>
              <a:buSzPct val="45000"/>
              <a:buFont typeface="Wingdings" charset="2"/>
              <a:buChar char=""/>
            </a:pPr>
            <a:r>
              <a:rPr b="1" lang="en-US" sz="1950" spc="-1" strike="noStrike">
                <a:solidFill>
                  <a:srgbClr val="000000"/>
                </a:solidFill>
                <a:latin typeface="Source Sans Pro Semibold"/>
              </a:rPr>
              <a:t>Lav bestyrelses netværk ved at slå op på CVRnumrene:</a:t>
            </a:r>
            <a:endParaRPr b="0" lang="en-US" sz="1950" spc="-1" strike="noStrike">
              <a:latin typeface="Arial"/>
            </a:endParaRPr>
          </a:p>
          <a:p>
            <a:pPr lvl="1" marL="432000" indent="-215640">
              <a:lnSpc>
                <a:spcPct val="100000"/>
              </a:lnSpc>
              <a:spcAft>
                <a:spcPts val="848"/>
              </a:spcAft>
              <a:buClr>
                <a:srgbClr val="000000"/>
              </a:buClr>
              <a:buSzPct val="45000"/>
              <a:buFont typeface="Wingdings" charset="2"/>
              <a:buChar char=""/>
            </a:pPr>
            <a:r>
              <a:rPr b="0" lang="en-US" sz="1650" spc="-1" strike="noStrike">
                <a:solidFill>
                  <a:srgbClr val="000000"/>
                </a:solidFill>
                <a:latin typeface="Source Sans Pro Light"/>
              </a:rPr>
              <a:t>eksempel: </a:t>
            </a:r>
            <a:r>
              <a:rPr b="0" lang="en-US" sz="1650" spc="-1" strike="noStrike" u="sng">
                <a:solidFill>
                  <a:srgbClr val="0000ff"/>
                </a:solidFill>
                <a:uFillTx/>
                <a:latin typeface="Source Sans Pro Light"/>
                <a:hlinkClick r:id="rId2"/>
              </a:rPr>
              <a:t>https://datacvr.virk.dk/enhed/virksomhed/61126228</a:t>
            </a:r>
            <a:endParaRPr b="0" lang="en-US" sz="1650" spc="-1" strike="noStrike">
              <a:latin typeface="Arial"/>
            </a:endParaRPr>
          </a:p>
        </p:txBody>
      </p:sp>
    </p:spTree>
  </p:cSld>
  <mc:AlternateContent>
    <mc:Choice Requires="p14">
      <p:transition spd="slow" p14:dur="2000"/>
    </mc:Choice>
    <mc:Fallback>
      <p:transition spd="slow"/>
    </mc:Fallback>
  </mc:AlternateContent>
</p:sld>
</file>

<file path=ppt/slides/slide5.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91" name=""/>
          <p:cNvSpPr/>
          <p:nvPr/>
        </p:nvSpPr>
        <p:spPr>
          <a:xfrm>
            <a:off x="457200" y="270000"/>
            <a:ext cx="9359640" cy="719640"/>
          </a:xfrm>
          <a:prstGeom prst="rect">
            <a:avLst/>
          </a:prstGeom>
          <a:noFill/>
          <a:ln w="0">
            <a:noFill/>
          </a:ln>
        </p:spPr>
        <p:style>
          <a:lnRef idx="0"/>
          <a:fillRef idx="0"/>
          <a:effectRef idx="0"/>
          <a:fontRef idx="minor"/>
        </p:style>
        <p:txBody>
          <a:bodyPr lIns="0" rIns="0" tIns="0" bIns="0" anchor="b">
            <a:noAutofit/>
          </a:bodyPr>
          <a:p>
            <a:pPr>
              <a:lnSpc>
                <a:spcPct val="100000"/>
              </a:lnSpc>
            </a:pPr>
            <a:r>
              <a:rPr b="1" lang="zxx" sz="2400" spc="-1" strike="noStrike">
                <a:solidFill>
                  <a:srgbClr val="ffffff"/>
                </a:solidFill>
                <a:latin typeface="Source Sans Pro Black"/>
              </a:rPr>
              <a:t>#Custom functions til den17 og Orbis </a:t>
            </a:r>
            <a:endParaRPr b="0" lang="en-US" sz="2400" spc="-1" strike="noStrike">
              <a:latin typeface="Arial"/>
            </a:endParaRPr>
          </a:p>
        </p:txBody>
      </p:sp>
      <p:sp>
        <p:nvSpPr>
          <p:cNvPr id="92" name=""/>
          <p:cNvSpPr/>
          <p:nvPr/>
        </p:nvSpPr>
        <p:spPr>
          <a:xfrm>
            <a:off x="360000" y="1350000"/>
            <a:ext cx="9179640" cy="3509640"/>
          </a:xfrm>
          <a:prstGeom prst="rect">
            <a:avLst/>
          </a:prstGeom>
          <a:noFill/>
          <a:ln w="0">
            <a:noFill/>
          </a:ln>
        </p:spPr>
        <p:style>
          <a:lnRef idx="0"/>
          <a:fillRef idx="0"/>
          <a:effectRef idx="0"/>
          <a:fontRef idx="minor"/>
        </p:style>
        <p:txBody>
          <a:bodyPr lIns="0" rIns="0" tIns="0" bIns="0">
            <a:normAutofit fontScale="45000"/>
          </a:bodyPr>
          <a:p>
            <a:pPr>
              <a:lnSpc>
                <a:spcPct val="100000"/>
              </a:lnSpc>
              <a:spcAft>
                <a:spcPts val="853"/>
              </a:spcAft>
            </a:pPr>
            <a:r>
              <a:rPr b="1" lang="zxx" sz="1950" spc="-1" strike="noStrike">
                <a:solidFill>
                  <a:srgbClr val="1c1c1c"/>
                </a:solidFill>
                <a:latin typeface="Source Sans Pro Semibold"/>
              </a:rPr>
              <a:t>På Canvas og på "https://jacoblunding.quarto.pub/virkstrat2025" ligger en fil: “custom_functions.R”, den skal I downloade og lægge i jeres projekt-mappes R-script folder.</a:t>
            </a:r>
            <a:endParaRPr b="0" lang="en-US" sz="1950" spc="-1" strike="noStrike">
              <a:latin typeface="Arial"/>
            </a:endParaRPr>
          </a:p>
          <a:p>
            <a:pPr>
              <a:lnSpc>
                <a:spcPct val="100000"/>
              </a:lnSpc>
              <a:spcAft>
                <a:spcPts val="853"/>
              </a:spcAft>
            </a:pPr>
            <a:r>
              <a:rPr b="1" lang="zxx" sz="1950" spc="-1" strike="noStrike">
                <a:solidFill>
                  <a:srgbClr val="1c1c1c"/>
                </a:solidFill>
                <a:latin typeface="Source Sans Pro Semibold"/>
              </a:rPr>
              <a:t> </a:t>
            </a:r>
            <a:endParaRPr b="0" lang="en-US" sz="1950" spc="-1" strike="noStrike">
              <a:latin typeface="Arial"/>
            </a:endParaRPr>
          </a:p>
          <a:p>
            <a:pPr>
              <a:lnSpc>
                <a:spcPct val="100000"/>
              </a:lnSpc>
              <a:spcAft>
                <a:spcPts val="853"/>
              </a:spcAft>
            </a:pPr>
            <a:r>
              <a:rPr b="1" lang="zxx" sz="1950" spc="-1" strike="noStrike">
                <a:solidFill>
                  <a:srgbClr val="1c1c1c"/>
                </a:solidFill>
                <a:latin typeface="Source Sans Pro Semibold"/>
              </a:rPr>
              <a:t>Indeholder en række funktioner vi skal bruge til at lave specifikke udtræk fra den17 datasættet:</a:t>
            </a:r>
            <a:endParaRPr b="0" lang="en-US" sz="1950" spc="-1" strike="noStrike">
              <a:latin typeface="Arial"/>
            </a:endParaRPr>
          </a:p>
          <a:p>
            <a:pPr marL="216000" indent="-215640">
              <a:lnSpc>
                <a:spcPct val="100000"/>
              </a:lnSpc>
              <a:spcAft>
                <a:spcPts val="853"/>
              </a:spcAft>
              <a:buClr>
                <a:srgbClr val="000000"/>
              </a:buClr>
              <a:buSzPct val="45000"/>
              <a:buFont typeface="Wingdings" charset="2"/>
              <a:buChar char=""/>
            </a:pPr>
            <a:r>
              <a:rPr b="1" lang="zxx" sz="1950" spc="-1" strike="noStrike">
                <a:solidFill>
                  <a:srgbClr val="1c1c1c"/>
                </a:solidFill>
                <a:latin typeface="Source Sans Pro Semibold"/>
              </a:rPr>
              <a:t>show.all.tags( )</a:t>
            </a:r>
            <a:r>
              <a:rPr b="1" lang="zxx" sz="1950" spc="-1" strike="noStrike">
                <a:solidFill>
                  <a:srgbClr val="999999"/>
                </a:solidFill>
                <a:latin typeface="Source Sans Pro Semibold"/>
              </a:rPr>
              <a:t> </a:t>
            </a:r>
            <a:r>
              <a:rPr b="1" i="1" lang="zxx" sz="1950" spc="-1" strike="noStrike">
                <a:solidFill>
                  <a:srgbClr val="999999"/>
                </a:solidFill>
                <a:latin typeface="Source Sans Pro Semibold"/>
              </a:rPr>
              <a:t>#viser hvilke tags der er i data</a:t>
            </a:r>
            <a:endParaRPr b="0" lang="en-US" sz="1950" spc="-1" strike="noStrike">
              <a:latin typeface="Arial"/>
            </a:endParaRPr>
          </a:p>
          <a:p>
            <a:pPr marL="216000" indent="-215640">
              <a:lnSpc>
                <a:spcPct val="100000"/>
              </a:lnSpc>
              <a:spcAft>
                <a:spcPts val="853"/>
              </a:spcAft>
              <a:buClr>
                <a:srgbClr val="000000"/>
              </a:buClr>
              <a:buSzPct val="45000"/>
              <a:buFont typeface="Wingdings" charset="2"/>
              <a:buChar char=""/>
            </a:pPr>
            <a:r>
              <a:rPr b="1" lang="zxx" sz="1950" spc="-1" strike="noStrike">
                <a:solidFill>
                  <a:srgbClr val="1c1c1c"/>
                </a:solidFill>
                <a:latin typeface="Source Sans Pro Semibold"/>
              </a:rPr>
              <a:t>standard.sectors( ) </a:t>
            </a:r>
            <a:r>
              <a:rPr b="1" i="1" lang="zxx" sz="1950" spc="-1" strike="noStrike">
                <a:solidFill>
                  <a:srgbClr val="999999"/>
                </a:solidFill>
                <a:latin typeface="Source Sans Pro Semibold"/>
              </a:rPr>
              <a:t>#laver en liste over sammenhængen mellem tags og sectorer</a:t>
            </a:r>
            <a:endParaRPr b="0" lang="en-US" sz="1950" spc="-1" strike="noStrike">
              <a:latin typeface="Arial"/>
            </a:endParaRPr>
          </a:p>
          <a:p>
            <a:pPr marL="216000" indent="-215640">
              <a:lnSpc>
                <a:spcPct val="100000"/>
              </a:lnSpc>
              <a:spcAft>
                <a:spcPts val="853"/>
              </a:spcAft>
              <a:buClr>
                <a:srgbClr val="000000"/>
              </a:buClr>
              <a:buSzPct val="45000"/>
              <a:buFont typeface="Wingdings" charset="2"/>
              <a:buChar char=""/>
            </a:pPr>
            <a:r>
              <a:rPr b="1" lang="zxx" sz="1950" spc="-1" strike="noStrike">
                <a:solidFill>
                  <a:srgbClr val="1c1c1c"/>
                </a:solidFill>
                <a:latin typeface="Source Sans Pro Semibold"/>
              </a:rPr>
              <a:t>tags.to.sectors( ) </a:t>
            </a:r>
            <a:r>
              <a:rPr b="1" i="1" lang="zxx" sz="1950" spc="-1" strike="noStrike">
                <a:solidFill>
                  <a:srgbClr val="999999"/>
                </a:solidFill>
                <a:latin typeface="Source Sans Pro Semibold"/>
              </a:rPr>
              <a:t>#subsetter et den-data-object til en sector baseret på tags</a:t>
            </a:r>
            <a:endParaRPr b="0" lang="en-US" sz="1950" spc="-1" strike="noStrike">
              <a:latin typeface="Arial"/>
            </a:endParaRPr>
          </a:p>
          <a:p>
            <a:pPr marL="216000" indent="-215640">
              <a:lnSpc>
                <a:spcPct val="100000"/>
              </a:lnSpc>
              <a:spcAft>
                <a:spcPts val="853"/>
              </a:spcAft>
              <a:buClr>
                <a:srgbClr val="000000"/>
              </a:buClr>
              <a:buSzPct val="45000"/>
              <a:buFont typeface="Wingdings" charset="2"/>
              <a:buChar char=""/>
            </a:pPr>
            <a:r>
              <a:rPr b="1" lang="zxx" sz="1950" spc="-1" strike="noStrike">
                <a:solidFill>
                  <a:srgbClr val="1c1c1c"/>
                </a:solidFill>
                <a:latin typeface="Source Sans Pro Semibold"/>
              </a:rPr>
              <a:t>has.tags( ... </a:t>
            </a:r>
            <a:r>
              <a:rPr b="1" lang="zxx" sz="1950" spc="-1" strike="noStrike">
                <a:solidFill>
                  <a:srgbClr val="b2b2b2"/>
                </a:solidFill>
                <a:latin typeface="Source Sans Pro Semibold"/>
              </a:rPr>
              <a:t>result = "den", mode = "or"</a:t>
            </a:r>
            <a:r>
              <a:rPr b="1" lang="zxx" sz="1950" spc="-1" strike="noStrike">
                <a:solidFill>
                  <a:srgbClr val="1c1c1c"/>
                </a:solidFill>
                <a:latin typeface="Source Sans Pro Semibold"/>
              </a:rPr>
              <a:t>) </a:t>
            </a:r>
            <a:r>
              <a:rPr b="1" i="1" lang="zxx" sz="1950" spc="-1" strike="noStrike">
                <a:solidFill>
                  <a:srgbClr val="999999"/>
                </a:solidFill>
                <a:latin typeface="Source Sans Pro Semibold"/>
              </a:rPr>
              <a:t>#finder individer, affiliations eller hele datasæt, med et eller flere tags. mode = “or” det ene eller det andet tag, mode = “and” alle tags.</a:t>
            </a:r>
            <a:endParaRPr b="0" lang="en-US" sz="1950" spc="-1" strike="noStrike">
              <a:latin typeface="Arial"/>
            </a:endParaRPr>
          </a:p>
          <a:p>
            <a:pPr>
              <a:lnSpc>
                <a:spcPct val="100000"/>
              </a:lnSpc>
              <a:spcAft>
                <a:spcPts val="853"/>
              </a:spcAft>
            </a:pPr>
            <a:endParaRPr b="0" lang="en-US" sz="1950" spc="-1" strike="noStrike">
              <a:latin typeface="Arial"/>
            </a:endParaRPr>
          </a:p>
          <a:p>
            <a:pPr>
              <a:lnSpc>
                <a:spcPct val="100000"/>
              </a:lnSpc>
            </a:pPr>
            <a:r>
              <a:rPr b="1" lang="zxx" sz="1950" spc="-1" strike="noStrike">
                <a:solidFill>
                  <a:srgbClr val="1c1c1c"/>
                </a:solidFill>
                <a:latin typeface="Source Sans Pro Semibold"/>
              </a:rPr>
              <a:t>Og en genvejs-funktion til at ‘indlæse’ et Orbis-datasæt, så det får samme struktur som den17</a:t>
            </a:r>
            <a:endParaRPr b="0" lang="en-US" sz="1950" spc="-1" strike="noStrike">
              <a:latin typeface="Arial"/>
            </a:endParaRPr>
          </a:p>
          <a:p>
            <a:pPr>
              <a:lnSpc>
                <a:spcPct val="100000"/>
              </a:lnSpc>
              <a:spcAft>
                <a:spcPts val="853"/>
              </a:spcAft>
            </a:pPr>
            <a:r>
              <a:rPr b="1" lang="zxx" sz="1950" spc="-1" strike="noStrike">
                <a:solidFill>
                  <a:srgbClr val="1c1c1c"/>
                </a:solidFill>
                <a:latin typeface="Source Sans Pro Semibold"/>
              </a:rPr>
              <a:t>read_orbisxlsx( )</a:t>
            </a:r>
            <a:endParaRPr b="0" lang="en-US" sz="1950" spc="-1" strike="noStrike">
              <a:latin typeface="Arial"/>
            </a:endParaRPr>
          </a:p>
        </p:txBody>
      </p:sp>
    </p:spTree>
  </p:cSld>
  <mc:AlternateContent>
    <mc:Choice Requires="p14">
      <p:transition spd="slow" p14:dur="2000"/>
    </mc:Choice>
    <mc:Fallback>
      <p:transition spd="slow"/>
    </mc:Fallback>
  </mc:AlternateContent>
</p:sld>
</file>

<file path=ppt/slides/slide6.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pic>
        <p:nvPicPr>
          <p:cNvPr id="93" name="" descr=""/>
          <p:cNvPicPr/>
          <p:nvPr/>
        </p:nvPicPr>
        <p:blipFill>
          <a:blip r:embed="rId1"/>
          <a:srcRect l="0" t="3384" r="0" b="4284"/>
          <a:stretch/>
        </p:blipFill>
        <p:spPr>
          <a:xfrm>
            <a:off x="6420600" y="1179000"/>
            <a:ext cx="2805480" cy="3885840"/>
          </a:xfrm>
          <a:prstGeom prst="rect">
            <a:avLst/>
          </a:prstGeom>
          <a:ln w="0">
            <a:noFill/>
          </a:ln>
        </p:spPr>
      </p:pic>
      <p:sp>
        <p:nvSpPr>
          <p:cNvPr id="94" name=""/>
          <p:cNvSpPr/>
          <p:nvPr/>
        </p:nvSpPr>
        <p:spPr>
          <a:xfrm>
            <a:off x="360000" y="270000"/>
            <a:ext cx="9359640" cy="719640"/>
          </a:xfrm>
          <a:prstGeom prst="rect">
            <a:avLst/>
          </a:prstGeom>
          <a:noFill/>
          <a:ln w="0">
            <a:noFill/>
          </a:ln>
        </p:spPr>
        <p:style>
          <a:lnRef idx="0"/>
          <a:fillRef idx="0"/>
          <a:effectRef idx="0"/>
          <a:fontRef idx="minor"/>
        </p:style>
      </p:sp>
      <p:sp>
        <p:nvSpPr>
          <p:cNvPr id="95" name=""/>
          <p:cNvSpPr/>
          <p:nvPr/>
        </p:nvSpPr>
        <p:spPr>
          <a:xfrm>
            <a:off x="360000" y="1350000"/>
            <a:ext cx="9179640" cy="3509640"/>
          </a:xfrm>
          <a:prstGeom prst="rect">
            <a:avLst/>
          </a:prstGeom>
          <a:noFill/>
          <a:ln w="0">
            <a:noFill/>
          </a:ln>
        </p:spPr>
        <p:style>
          <a:lnRef idx="0"/>
          <a:fillRef idx="0"/>
          <a:effectRef idx="0"/>
          <a:fontRef idx="minor"/>
        </p:style>
      </p:sp>
      <p:pic>
        <p:nvPicPr>
          <p:cNvPr id="96" name="" descr=""/>
          <p:cNvPicPr/>
          <p:nvPr/>
        </p:nvPicPr>
        <p:blipFill>
          <a:blip r:embed="rId2"/>
          <a:srcRect l="0" t="0" r="0" b="6591"/>
          <a:stretch/>
        </p:blipFill>
        <p:spPr>
          <a:xfrm>
            <a:off x="152640" y="1179000"/>
            <a:ext cx="3119760" cy="3885840"/>
          </a:xfrm>
          <a:prstGeom prst="rect">
            <a:avLst/>
          </a:prstGeom>
          <a:ln w="0">
            <a:noFill/>
          </a:ln>
        </p:spPr>
      </p:pic>
      <p:sp>
        <p:nvSpPr>
          <p:cNvPr id="97" name=""/>
          <p:cNvSpPr/>
          <p:nvPr/>
        </p:nvSpPr>
        <p:spPr>
          <a:xfrm>
            <a:off x="360000" y="270000"/>
            <a:ext cx="9359640" cy="719640"/>
          </a:xfrm>
          <a:prstGeom prst="rect">
            <a:avLst/>
          </a:prstGeom>
          <a:noFill/>
          <a:ln w="0">
            <a:noFill/>
          </a:ln>
        </p:spPr>
        <p:style>
          <a:lnRef idx="0"/>
          <a:fillRef idx="0"/>
          <a:effectRef idx="0"/>
          <a:fontRef idx="minor"/>
        </p:style>
        <p:txBody>
          <a:bodyPr lIns="0" rIns="0" tIns="0" bIns="0" anchor="b">
            <a:noAutofit/>
          </a:bodyPr>
          <a:p>
            <a:pPr>
              <a:lnSpc>
                <a:spcPct val="100000"/>
              </a:lnSpc>
            </a:pPr>
            <a:r>
              <a:rPr b="1" lang="en-US" sz="2400" spc="-1" strike="noStrike">
                <a:solidFill>
                  <a:srgbClr val="ffffff"/>
                </a:solidFill>
                <a:latin typeface="Source Sans Pro Black"/>
              </a:rPr>
              <a:t>#forberedelse af data til netværk objekter (dataformater)</a:t>
            </a:r>
            <a:endParaRPr b="0" lang="en-US" sz="2400" spc="-1" strike="noStrike">
              <a:latin typeface="Arial"/>
            </a:endParaRPr>
          </a:p>
        </p:txBody>
      </p:sp>
      <p:sp>
        <p:nvSpPr>
          <p:cNvPr id="98" name=""/>
          <p:cNvSpPr/>
          <p:nvPr/>
        </p:nvSpPr>
        <p:spPr>
          <a:xfrm>
            <a:off x="3200400" y="2057400"/>
            <a:ext cx="2971800" cy="0"/>
          </a:xfrm>
          <a:prstGeom prst="line">
            <a:avLst/>
          </a:prstGeom>
          <a:ln w="19080">
            <a:solidFill>
              <a:srgbClr val="808080"/>
            </a:solidFill>
            <a:round/>
            <a:tailEnd len="med" type="triangle" w="med"/>
          </a:ln>
        </p:spPr>
        <p:style>
          <a:lnRef idx="0"/>
          <a:fillRef idx="0"/>
          <a:effectRef idx="0"/>
          <a:fontRef idx="minor"/>
        </p:style>
      </p:sp>
      <p:sp>
        <p:nvSpPr>
          <p:cNvPr id="99" name=""/>
          <p:cNvSpPr txBox="1"/>
          <p:nvPr/>
        </p:nvSpPr>
        <p:spPr>
          <a:xfrm>
            <a:off x="3177000" y="1689480"/>
            <a:ext cx="2792880" cy="343440"/>
          </a:xfrm>
          <a:prstGeom prst="rect">
            <a:avLst/>
          </a:prstGeom>
          <a:noFill/>
          <a:ln w="0">
            <a:noFill/>
          </a:ln>
        </p:spPr>
        <p:txBody>
          <a:bodyPr lIns="90000" rIns="90000" tIns="45000" bIns="45000">
            <a:noAutofit/>
          </a:bodyPr>
          <a:p>
            <a:r>
              <a:rPr b="1" lang="en-US" sz="1800" spc="-1" strike="noStrike">
                <a:solidFill>
                  <a:srgbClr val="808080"/>
                </a:solidFill>
                <a:latin typeface="Times New Roman"/>
              </a:rPr>
              <a:t>graph_from_biadjacency()</a:t>
            </a:r>
            <a:endParaRPr b="0" lang="en-US" sz="1800" spc="-1" strike="noStrike">
              <a:latin typeface="Arial"/>
            </a:endParaRPr>
          </a:p>
        </p:txBody>
      </p:sp>
      <p:sp>
        <p:nvSpPr>
          <p:cNvPr id="100" name=""/>
          <p:cNvSpPr/>
          <p:nvPr/>
        </p:nvSpPr>
        <p:spPr>
          <a:xfrm flipV="1">
            <a:off x="1371600" y="4135680"/>
            <a:ext cx="5153760" cy="664920"/>
          </a:xfrm>
          <a:prstGeom prst="line">
            <a:avLst/>
          </a:prstGeom>
          <a:ln w="19080">
            <a:solidFill>
              <a:srgbClr val="ffaa95"/>
            </a:solidFill>
            <a:round/>
            <a:tailEnd len="med" type="triangle" w="med"/>
          </a:ln>
        </p:spPr>
        <p:style>
          <a:lnRef idx="0"/>
          <a:fillRef idx="0"/>
          <a:effectRef idx="0"/>
          <a:fontRef idx="minor"/>
        </p:style>
        <p:txBody>
          <a:bodyPr lIns="99360" rIns="99360" tIns="54360" bIns="54360" anchor="ctr">
            <a:noAutofit/>
          </a:bodyPr>
          <a:p>
            <a:pPr algn="ctr"/>
            <a:r>
              <a:rPr b="0" lang="en-US" sz="1800" spc="-1" strike="noStrike">
                <a:latin typeface="Arial"/>
              </a:rPr>
              <a:t>     </a:t>
            </a:r>
            <a:endParaRPr b="0" lang="en-US" sz="1800" spc="-1" strike="noStrike">
              <a:latin typeface="Arial"/>
            </a:endParaRPr>
          </a:p>
        </p:txBody>
      </p:sp>
      <p:sp>
        <p:nvSpPr>
          <p:cNvPr id="101" name=""/>
          <p:cNvSpPr txBox="1"/>
          <p:nvPr/>
        </p:nvSpPr>
        <p:spPr>
          <a:xfrm rot="21192600">
            <a:off x="2499120" y="4141080"/>
            <a:ext cx="2602440" cy="343440"/>
          </a:xfrm>
          <a:prstGeom prst="rect">
            <a:avLst/>
          </a:prstGeom>
          <a:noFill/>
          <a:ln w="0">
            <a:noFill/>
          </a:ln>
        </p:spPr>
        <p:txBody>
          <a:bodyPr lIns="90000" rIns="90000" tIns="45000" bIns="45000">
            <a:noAutofit/>
          </a:bodyPr>
          <a:p>
            <a:r>
              <a:rPr b="1" lang="en-US" sz="1800" spc="-1" strike="noStrike">
                <a:solidFill>
                  <a:srgbClr val="808080"/>
                </a:solidFill>
                <a:latin typeface="Times New Roman"/>
              </a:rPr>
              <a:t>graph_from_adjacency()</a:t>
            </a:r>
            <a:endParaRPr b="0" lang="en-US" sz="1800" spc="-1" strike="noStrike">
              <a:latin typeface="Arial"/>
            </a:endParaRPr>
          </a:p>
        </p:txBody>
      </p:sp>
      <p:sp>
        <p:nvSpPr>
          <p:cNvPr id="102" name=""/>
          <p:cNvSpPr/>
          <p:nvPr/>
        </p:nvSpPr>
        <p:spPr>
          <a:xfrm flipV="1">
            <a:off x="2514600" y="3886200"/>
            <a:ext cx="5486400" cy="228600"/>
          </a:xfrm>
          <a:prstGeom prst="line">
            <a:avLst/>
          </a:prstGeom>
          <a:ln w="19080">
            <a:solidFill>
              <a:srgbClr val="729fcf"/>
            </a:solidFill>
            <a:round/>
            <a:tailEnd len="med" type="triangle" w="med"/>
          </a:ln>
        </p:spPr>
        <p:style>
          <a:lnRef idx="0"/>
          <a:fillRef idx="0"/>
          <a:effectRef idx="0"/>
          <a:fontRef idx="minor"/>
        </p:style>
      </p:sp>
      <p:sp>
        <p:nvSpPr>
          <p:cNvPr id="103" name=""/>
          <p:cNvSpPr txBox="1"/>
          <p:nvPr/>
        </p:nvSpPr>
        <p:spPr>
          <a:xfrm rot="21416400">
            <a:off x="3075480" y="3709440"/>
            <a:ext cx="2602440" cy="343440"/>
          </a:xfrm>
          <a:prstGeom prst="rect">
            <a:avLst/>
          </a:prstGeom>
          <a:noFill/>
          <a:ln w="0">
            <a:noFill/>
          </a:ln>
        </p:spPr>
        <p:txBody>
          <a:bodyPr lIns="90000" rIns="90000" tIns="45000" bIns="45000">
            <a:noAutofit/>
          </a:bodyPr>
          <a:p>
            <a:r>
              <a:rPr b="1" lang="en-US" sz="1800" spc="-1" strike="noStrike">
                <a:solidFill>
                  <a:srgbClr val="808080"/>
                </a:solidFill>
                <a:latin typeface="Times New Roman"/>
              </a:rPr>
              <a:t>graph_from_adjacency()</a:t>
            </a:r>
            <a:endParaRPr b="0" lang="en-US" sz="1800" spc="-1" strike="noStrike">
              <a:latin typeface="Arial"/>
            </a:endParaRPr>
          </a:p>
        </p:txBody>
      </p:sp>
    </p:spTree>
  </p:cSld>
  <mc:AlternateContent>
    <mc:Choice Requires="p14">
      <p:transition spd="slow" p14:dur="2000"/>
    </mc:Choice>
    <mc:Fallback>
      <p:transition spd="slow"/>
    </mc:Fallback>
  </mc:AlternateContent>
</p:sld>
</file>

<file path=ppt/slides/slide7.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104" name=""/>
          <p:cNvSpPr txBox="1"/>
          <p:nvPr/>
        </p:nvSpPr>
        <p:spPr>
          <a:xfrm>
            <a:off x="3083040" y="2611800"/>
            <a:ext cx="3960360" cy="474840"/>
          </a:xfrm>
          <a:prstGeom prst="rect">
            <a:avLst/>
          </a:prstGeom>
          <a:noFill/>
          <a:ln w="0">
            <a:noFill/>
          </a:ln>
        </p:spPr>
        <p:txBody>
          <a:bodyPr lIns="90000" rIns="90000" tIns="45000" bIns="45000">
            <a:noAutofit/>
          </a:bodyPr>
          <a:p>
            <a:r>
              <a:rPr b="1" lang="en-US" sz="2400" spc="-1" strike="noStrike">
                <a:solidFill>
                  <a:srgbClr val="ffffff"/>
                </a:solidFill>
                <a:latin typeface="Source Sans Pro Black"/>
              </a:rPr>
              <a:t>#Netværks komponenter….</a:t>
            </a:r>
            <a:endParaRPr b="0" lang="en-US" sz="2400" spc="-1" strike="noStrike">
              <a:latin typeface="Arial"/>
            </a:endParaRPr>
          </a:p>
        </p:txBody>
      </p:sp>
      <p:sp>
        <p:nvSpPr>
          <p:cNvPr id="105" name=""/>
          <p:cNvSpPr/>
          <p:nvPr/>
        </p:nvSpPr>
        <p:spPr>
          <a:xfrm>
            <a:off x="360000" y="270000"/>
            <a:ext cx="9359640" cy="719640"/>
          </a:xfrm>
          <a:prstGeom prst="rect">
            <a:avLst/>
          </a:prstGeom>
          <a:noFill/>
          <a:ln w="0">
            <a:noFill/>
          </a:ln>
        </p:spPr>
        <p:style>
          <a:lnRef idx="0"/>
          <a:fillRef idx="0"/>
          <a:effectRef idx="0"/>
          <a:fontRef idx="minor"/>
        </p:style>
        <p:txBody>
          <a:bodyPr lIns="0" rIns="0" tIns="0" bIns="0" anchor="b">
            <a:noAutofit/>
          </a:bodyPr>
          <a:p>
            <a:pPr>
              <a:lnSpc>
                <a:spcPct val="100000"/>
              </a:lnSpc>
            </a:pPr>
            <a:r>
              <a:rPr b="1" lang="en-US" sz="2400" spc="-1" strike="noStrike">
                <a:solidFill>
                  <a:srgbClr val="ffffff"/>
                </a:solidFill>
                <a:latin typeface="Source Sans Pro Black"/>
              </a:rPr>
              <a:t>#data til jeres projekt ift problemformulering...</a:t>
            </a:r>
            <a:endParaRPr b="0" lang="en-US" sz="2400" spc="-1" strike="noStrike">
              <a:latin typeface="Arial"/>
            </a:endParaRPr>
          </a:p>
        </p:txBody>
      </p:sp>
      <p:sp>
        <p:nvSpPr>
          <p:cNvPr id="106" name=""/>
          <p:cNvSpPr txBox="1"/>
          <p:nvPr/>
        </p:nvSpPr>
        <p:spPr>
          <a:xfrm>
            <a:off x="428760" y="1600200"/>
            <a:ext cx="9172440" cy="3200400"/>
          </a:xfrm>
          <a:prstGeom prst="rect">
            <a:avLst/>
          </a:prstGeom>
          <a:noFill/>
          <a:ln w="0">
            <a:noFill/>
          </a:ln>
        </p:spPr>
        <p:txBody>
          <a:bodyPr lIns="90000" rIns="90000" tIns="45000" bIns="45000">
            <a:noAutofit/>
          </a:bodyPr>
          <a:p>
            <a:r>
              <a:rPr b="0" lang="en-US" sz="1800" spc="-1" strike="noStrike">
                <a:latin typeface="Arial"/>
              </a:rPr>
              <a:t>Find noget data:</a:t>
            </a:r>
            <a:endParaRPr b="0" lang="en-US" sz="1800" spc="-1" strike="noStrike">
              <a:latin typeface="Arial"/>
            </a:endParaRPr>
          </a:p>
          <a:p>
            <a:r>
              <a:rPr b="0" lang="en-US" sz="1800" spc="-1" strike="noStrike">
                <a:latin typeface="Arial"/>
              </a:rPr>
              <a:t>	</a:t>
            </a:r>
            <a:r>
              <a:rPr b="0" lang="en-US" sz="1800" spc="-1" strike="noStrike">
                <a:latin typeface="Arial"/>
              </a:rPr>
              <a:t>- Har vi noget vi er særligt interesseret i? Har arbejdet med tidligere på en anden måde? Kunne forestille os at arbejde med? En branche, et særligt område (vindenergi, biler, finans...)? Et geografisk område? Danmark? Europa? </a:t>
            </a:r>
            <a:endParaRPr b="0" lang="en-US" sz="1800" spc="-1" strike="noStrike">
              <a:latin typeface="Arial"/>
            </a:endParaRPr>
          </a:p>
          <a:p>
            <a:r>
              <a:rPr b="0" lang="en-US" sz="1800" spc="-1" strike="noStrike">
                <a:solidFill>
                  <a:srgbClr val="c9211e"/>
                </a:solidFill>
                <a:latin typeface="Arial"/>
              </a:rPr>
              <a:t>	</a:t>
            </a:r>
            <a:r>
              <a:rPr b="0" lang="en-US" sz="1800" spc="-1" strike="noStrike">
                <a:solidFill>
                  <a:srgbClr val="c9211e"/>
                </a:solidFill>
                <a:latin typeface="Arial"/>
              </a:rPr>
              <a:t>Reflekter over netværks-afgrænsningen..</a:t>
            </a:r>
            <a:endParaRPr b="0" lang="en-US" sz="1800" spc="-1" strike="noStrike">
              <a:latin typeface="Arial"/>
            </a:endParaRPr>
          </a:p>
          <a:p>
            <a:endParaRPr b="0" lang="en-US" sz="1800" spc="-1" strike="noStrike">
              <a:latin typeface="Arial"/>
            </a:endParaRPr>
          </a:p>
          <a:p>
            <a:r>
              <a:rPr b="0" lang="en-US" sz="1800" spc="-1" strike="noStrike">
                <a:latin typeface="Arial"/>
              </a:rPr>
              <a:t>	</a:t>
            </a:r>
            <a:r>
              <a:rPr b="0" lang="en-US" sz="1800" spc="-1" strike="noStrike">
                <a:latin typeface="Arial"/>
              </a:rPr>
              <a:t>- Hvad betyder de relationer I kigger på? Hvilken betydning tillægger I dem? Handler det om viden, indflydelse, magt?</a:t>
            </a:r>
            <a:endParaRPr b="0" lang="en-US" sz="1800" spc="-1" strike="noStrike">
              <a:latin typeface="Arial"/>
            </a:endParaRPr>
          </a:p>
          <a:p>
            <a:r>
              <a:rPr b="0" lang="en-US" sz="1800" spc="-1" strike="noStrike">
                <a:solidFill>
                  <a:srgbClr val="c9211e"/>
                </a:solidFill>
                <a:latin typeface="Arial"/>
              </a:rPr>
              <a:t>	</a:t>
            </a:r>
            <a:r>
              <a:rPr b="0" lang="en-US" sz="1800" spc="-1" strike="noStrike">
                <a:solidFill>
                  <a:srgbClr val="c9211e"/>
                </a:solidFill>
                <a:latin typeface="Arial"/>
              </a:rPr>
              <a:t>Reflekter over relationen..</a:t>
            </a:r>
            <a:endParaRPr b="0" lang="en-US" sz="1800" spc="-1" strike="noStrike">
              <a:latin typeface="Arial"/>
            </a:endParaRPr>
          </a:p>
          <a:p>
            <a:endParaRPr b="0" lang="en-US" sz="1800" spc="-1" strike="noStrike">
              <a:latin typeface="Arial"/>
            </a:endParaRPr>
          </a:p>
          <a:p>
            <a:r>
              <a:rPr b="0" lang="en-US" sz="1800" spc="-1" strike="noStrike">
                <a:solidFill>
                  <a:srgbClr val="000000"/>
                </a:solidFill>
                <a:latin typeface="Arial"/>
              </a:rPr>
              <a:t>	</a:t>
            </a:r>
            <a:r>
              <a:rPr b="0" lang="en-US" sz="1800" spc="-1" strike="noStrike">
                <a:solidFill>
                  <a:srgbClr val="000000"/>
                </a:solidFill>
                <a:latin typeface="Arial"/>
              </a:rPr>
              <a:t>- Er det hvilket netværk er interessant? Det mellem individer? Det mellem virksomheder?</a:t>
            </a:r>
            <a:endParaRPr b="0" lang="en-US" sz="1800" spc="-1" strike="noStrike">
              <a:latin typeface="Arial"/>
            </a:endParaRPr>
          </a:p>
        </p:txBody>
      </p:sp>
    </p:spTree>
  </p:cSld>
  <mc:AlternateContent>
    <mc:Choice Requires="p14">
      <p:transition spd="slow" p14:dur="2000"/>
    </mc:Choice>
    <mc:Fallback>
      <p:transition spd="slow"/>
    </mc:Fallback>
  </mc:AlternateContent>
</p:sld>
</file>

<file path=ppt/slides/slide8.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107" name=""/>
          <p:cNvSpPr/>
          <p:nvPr/>
        </p:nvSpPr>
        <p:spPr>
          <a:xfrm>
            <a:off x="360000" y="271080"/>
            <a:ext cx="9359640" cy="719640"/>
          </a:xfrm>
          <a:prstGeom prst="rect">
            <a:avLst/>
          </a:prstGeom>
          <a:noFill/>
          <a:ln w="0">
            <a:noFill/>
          </a:ln>
        </p:spPr>
        <p:style>
          <a:lnRef idx="0"/>
          <a:fillRef idx="0"/>
          <a:effectRef idx="0"/>
          <a:fontRef idx="minor"/>
        </p:style>
        <p:txBody>
          <a:bodyPr lIns="0" rIns="0" tIns="0" bIns="0" anchor="b">
            <a:noAutofit/>
          </a:bodyPr>
          <a:p>
            <a:pPr>
              <a:lnSpc>
                <a:spcPct val="100000"/>
              </a:lnSpc>
            </a:pPr>
            <a:r>
              <a:rPr b="1" lang="en-US" sz="2400" spc="-1" strike="noStrike">
                <a:solidFill>
                  <a:srgbClr val="ffffff"/>
                </a:solidFill>
                <a:latin typeface="Source Sans Pro Black"/>
              </a:rPr>
              <a:t>#prøv jer frem (tidligt!)</a:t>
            </a:r>
            <a:endParaRPr b="0" lang="en-US" sz="2400" spc="-1" strike="noStrike">
              <a:latin typeface="Arial"/>
            </a:endParaRPr>
          </a:p>
        </p:txBody>
      </p:sp>
      <p:sp>
        <p:nvSpPr>
          <p:cNvPr id="108" name=""/>
          <p:cNvSpPr txBox="1"/>
          <p:nvPr/>
        </p:nvSpPr>
        <p:spPr>
          <a:xfrm>
            <a:off x="228600" y="1371600"/>
            <a:ext cx="9144000" cy="1102680"/>
          </a:xfrm>
          <a:prstGeom prst="rect">
            <a:avLst/>
          </a:prstGeom>
          <a:noFill/>
          <a:ln w="0">
            <a:noFill/>
          </a:ln>
        </p:spPr>
        <p:txBody>
          <a:bodyPr lIns="90000" rIns="90000" tIns="45000" bIns="45000">
            <a:noAutofit/>
          </a:bodyPr>
          <a:p>
            <a:r>
              <a:rPr b="0" lang="en-US" sz="1800" spc="-1" strike="noStrike">
                <a:latin typeface="Times New Roman"/>
              </a:rPr>
              <a:t>Det kan godt betale sig at prøve noget data af tidligt…</a:t>
            </a:r>
            <a:endParaRPr b="0" lang="en-US" sz="1800" spc="-1" strike="noStrike">
              <a:latin typeface="Arial"/>
            </a:endParaRPr>
          </a:p>
          <a:p>
            <a:endParaRPr b="0" lang="en-US" sz="1800" spc="-1" strike="noStrike">
              <a:latin typeface="Arial"/>
            </a:endParaRPr>
          </a:p>
          <a:p>
            <a:r>
              <a:rPr b="0" lang="en-US" sz="1800" spc="-1" strike="noStrike">
                <a:latin typeface="Times New Roman"/>
              </a:rPr>
              <a:t>Både fordi… ja, så er I i gang. Men også fordi det sagtens kan hænde at I gerne vil studere netværket I branche XYZ, og når I så får lavet data viser det sig at se sådan her ud:</a:t>
            </a:r>
            <a:endParaRPr b="0" lang="en-US" sz="1800" spc="-1" strike="noStrike">
              <a:latin typeface="Arial"/>
            </a:endParaRPr>
          </a:p>
        </p:txBody>
      </p:sp>
      <p:sp>
        <p:nvSpPr>
          <p:cNvPr id="109" name=""/>
          <p:cNvSpPr/>
          <p:nvPr/>
        </p:nvSpPr>
        <p:spPr>
          <a:xfrm>
            <a:off x="986400" y="2743200"/>
            <a:ext cx="228600" cy="228600"/>
          </a:xfrm>
          <a:prstGeom prst="ellipse">
            <a:avLst/>
          </a:prstGeom>
          <a:solidFill>
            <a:srgbClr val="729fcf"/>
          </a:solidFill>
          <a:ln w="0">
            <a:solidFill>
              <a:srgbClr val="3465a4"/>
            </a:solidFill>
          </a:ln>
        </p:spPr>
        <p:style>
          <a:lnRef idx="0"/>
          <a:fillRef idx="0"/>
          <a:effectRef idx="0"/>
          <a:fontRef idx="minor"/>
        </p:style>
      </p:sp>
      <p:sp>
        <p:nvSpPr>
          <p:cNvPr id="110" name=""/>
          <p:cNvSpPr/>
          <p:nvPr/>
        </p:nvSpPr>
        <p:spPr>
          <a:xfrm>
            <a:off x="2102400" y="2707200"/>
            <a:ext cx="228600" cy="228600"/>
          </a:xfrm>
          <a:prstGeom prst="ellipse">
            <a:avLst/>
          </a:prstGeom>
          <a:solidFill>
            <a:srgbClr val="729fcf"/>
          </a:solidFill>
          <a:ln w="0">
            <a:solidFill>
              <a:srgbClr val="3465a4"/>
            </a:solidFill>
          </a:ln>
        </p:spPr>
        <p:style>
          <a:lnRef idx="0"/>
          <a:fillRef idx="0"/>
          <a:effectRef idx="0"/>
          <a:fontRef idx="minor"/>
        </p:style>
      </p:sp>
      <p:sp>
        <p:nvSpPr>
          <p:cNvPr id="111" name=""/>
          <p:cNvSpPr/>
          <p:nvPr/>
        </p:nvSpPr>
        <p:spPr>
          <a:xfrm>
            <a:off x="1634400" y="3499200"/>
            <a:ext cx="228600" cy="228600"/>
          </a:xfrm>
          <a:prstGeom prst="ellipse">
            <a:avLst/>
          </a:prstGeom>
          <a:solidFill>
            <a:srgbClr val="729fcf"/>
          </a:solidFill>
          <a:ln w="0">
            <a:solidFill>
              <a:srgbClr val="3465a4"/>
            </a:solidFill>
          </a:ln>
        </p:spPr>
        <p:style>
          <a:lnRef idx="0"/>
          <a:fillRef idx="0"/>
          <a:effectRef idx="0"/>
          <a:fontRef idx="minor"/>
        </p:style>
      </p:sp>
      <p:sp>
        <p:nvSpPr>
          <p:cNvPr id="112" name=""/>
          <p:cNvSpPr/>
          <p:nvPr/>
        </p:nvSpPr>
        <p:spPr>
          <a:xfrm>
            <a:off x="2462400" y="3463200"/>
            <a:ext cx="228600" cy="228600"/>
          </a:xfrm>
          <a:prstGeom prst="ellipse">
            <a:avLst/>
          </a:prstGeom>
          <a:solidFill>
            <a:srgbClr val="729fcf"/>
          </a:solidFill>
          <a:ln w="0">
            <a:solidFill>
              <a:srgbClr val="3465a4"/>
            </a:solidFill>
          </a:ln>
        </p:spPr>
        <p:style>
          <a:lnRef idx="0"/>
          <a:fillRef idx="0"/>
          <a:effectRef idx="0"/>
          <a:fontRef idx="minor"/>
        </p:style>
      </p:sp>
      <p:sp>
        <p:nvSpPr>
          <p:cNvPr id="113" name=""/>
          <p:cNvSpPr/>
          <p:nvPr/>
        </p:nvSpPr>
        <p:spPr>
          <a:xfrm>
            <a:off x="842400" y="3643200"/>
            <a:ext cx="228600" cy="228600"/>
          </a:xfrm>
          <a:prstGeom prst="ellipse">
            <a:avLst/>
          </a:prstGeom>
          <a:solidFill>
            <a:srgbClr val="729fcf"/>
          </a:solidFill>
          <a:ln w="0">
            <a:solidFill>
              <a:srgbClr val="3465a4"/>
            </a:solidFill>
          </a:ln>
        </p:spPr>
        <p:style>
          <a:lnRef idx="0"/>
          <a:fillRef idx="0"/>
          <a:effectRef idx="0"/>
          <a:fontRef idx="minor"/>
        </p:style>
      </p:sp>
      <p:sp>
        <p:nvSpPr>
          <p:cNvPr id="114" name=""/>
          <p:cNvSpPr/>
          <p:nvPr/>
        </p:nvSpPr>
        <p:spPr>
          <a:xfrm>
            <a:off x="1346400" y="4291200"/>
            <a:ext cx="228600" cy="228600"/>
          </a:xfrm>
          <a:prstGeom prst="ellipse">
            <a:avLst/>
          </a:prstGeom>
          <a:solidFill>
            <a:srgbClr val="729fcf"/>
          </a:solidFill>
          <a:ln w="0">
            <a:solidFill>
              <a:srgbClr val="3465a4"/>
            </a:solidFill>
          </a:ln>
        </p:spPr>
        <p:style>
          <a:lnRef idx="0"/>
          <a:fillRef idx="0"/>
          <a:effectRef idx="0"/>
          <a:fontRef idx="minor"/>
        </p:style>
      </p:sp>
      <p:sp>
        <p:nvSpPr>
          <p:cNvPr id="115" name=""/>
          <p:cNvSpPr txBox="1"/>
          <p:nvPr/>
        </p:nvSpPr>
        <p:spPr>
          <a:xfrm>
            <a:off x="2971800" y="2743200"/>
            <a:ext cx="6172200" cy="596520"/>
          </a:xfrm>
          <a:prstGeom prst="rect">
            <a:avLst/>
          </a:prstGeom>
          <a:noFill/>
          <a:ln w="0">
            <a:noFill/>
          </a:ln>
        </p:spPr>
        <p:txBody>
          <a:bodyPr lIns="90000" rIns="90000" tIns="45000" bIns="45000">
            <a:noAutofit/>
          </a:bodyPr>
          <a:p>
            <a:r>
              <a:rPr b="0" lang="en-US" sz="1800" spc="-1" strike="noStrike">
                <a:latin typeface="Times New Roman"/>
              </a:rPr>
              <a:t>At der ikke er de forbindelser I måske forventede/håbede!</a:t>
            </a:r>
            <a:endParaRPr b="0" lang="en-US" sz="1800" spc="-1" strike="noStrike">
              <a:latin typeface="Arial"/>
            </a:endParaRPr>
          </a:p>
        </p:txBody>
      </p:sp>
      <p:sp>
        <p:nvSpPr>
          <p:cNvPr id="116" name=""/>
          <p:cNvSpPr txBox="1"/>
          <p:nvPr/>
        </p:nvSpPr>
        <p:spPr>
          <a:xfrm>
            <a:off x="3886200" y="3657600"/>
            <a:ext cx="5486400" cy="1355760"/>
          </a:xfrm>
          <a:prstGeom prst="rect">
            <a:avLst/>
          </a:prstGeom>
          <a:noFill/>
          <a:ln w="0">
            <a:noFill/>
          </a:ln>
        </p:spPr>
        <p:txBody>
          <a:bodyPr lIns="90000" rIns="90000" tIns="45000" bIns="45000">
            <a:noAutofit/>
          </a:bodyPr>
          <a:p>
            <a:r>
              <a:rPr b="0" lang="en-US" sz="1800" spc="-1" strike="noStrike">
                <a:latin typeface="Times New Roman"/>
              </a:rPr>
              <a:t>Hvad gør I så?</a:t>
            </a:r>
            <a:endParaRPr b="0" lang="en-US" sz="1800" spc="-1" strike="noStrike">
              <a:latin typeface="Arial"/>
            </a:endParaRPr>
          </a:p>
          <a:p>
            <a:endParaRPr b="0" lang="en-US" sz="1800" spc="-1" strike="noStrike">
              <a:latin typeface="Arial"/>
            </a:endParaRPr>
          </a:p>
          <a:p>
            <a:r>
              <a:rPr b="0" lang="en-US" sz="1800" spc="-1" strike="noStrike">
                <a:latin typeface="Times New Roman"/>
              </a:rPr>
              <a:t>1) Finder noget andet at studer.</a:t>
            </a:r>
            <a:endParaRPr b="0" lang="en-US" sz="1800" spc="-1" strike="noStrike">
              <a:latin typeface="Arial"/>
            </a:endParaRPr>
          </a:p>
          <a:p>
            <a:r>
              <a:rPr b="0" lang="en-US" sz="1800" spc="-1" strike="noStrike">
                <a:latin typeface="Times New Roman"/>
              </a:rPr>
              <a:t>2) Skriver om hvor vildt det er at der ikke er det netværk, man skulle forvente.</a:t>
            </a:r>
            <a:endParaRPr b="0" lang="en-US" sz="1800" spc="-1" strike="noStrike">
              <a:latin typeface="Arial"/>
            </a:endParaRPr>
          </a:p>
        </p:txBody>
      </p:sp>
    </p:spTree>
  </p:cSld>
  <mc:AlternateContent>
    <mc:Choice Requires="p14">
      <p:transition spd="slow" p14:dur="2000"/>
    </mc:Choice>
    <mc:Fallback>
      <p:transition spd="slow"/>
    </mc:Fallback>
  </mc:AlternateContent>
</p:sld>
</file>

<file path=ppt/slides/slide9.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117" name=""/>
          <p:cNvSpPr/>
          <p:nvPr/>
        </p:nvSpPr>
        <p:spPr>
          <a:xfrm>
            <a:off x="360000" y="270000"/>
            <a:ext cx="9359640" cy="719640"/>
          </a:xfrm>
          <a:prstGeom prst="rect">
            <a:avLst/>
          </a:prstGeom>
          <a:noFill/>
          <a:ln w="0">
            <a:noFill/>
          </a:ln>
        </p:spPr>
        <p:style>
          <a:lnRef idx="0"/>
          <a:fillRef idx="0"/>
          <a:effectRef idx="0"/>
          <a:fontRef idx="minor"/>
        </p:style>
        <p:txBody>
          <a:bodyPr lIns="0" rIns="0" tIns="0" bIns="0" anchor="b">
            <a:noAutofit/>
          </a:bodyPr>
          <a:p>
            <a:pPr>
              <a:lnSpc>
                <a:spcPct val="100000"/>
              </a:lnSpc>
            </a:pPr>
            <a:r>
              <a:rPr b="1" lang="en-US" sz="2400" spc="-1" strike="noStrike">
                <a:solidFill>
                  <a:srgbClr val="ffffff"/>
                </a:solidFill>
                <a:latin typeface="Source Sans Pro Black"/>
              </a:rPr>
              <a:t>#Netværks komponenter….</a:t>
            </a:r>
            <a:endParaRPr b="0" lang="en-US" sz="2400" spc="-1" strike="noStrike">
              <a:latin typeface="Arial"/>
            </a:endParaRPr>
          </a:p>
        </p:txBody>
      </p:sp>
      <p:sp>
        <p:nvSpPr>
          <p:cNvPr id="118" name=""/>
          <p:cNvSpPr/>
          <p:nvPr/>
        </p:nvSpPr>
        <p:spPr>
          <a:xfrm>
            <a:off x="360000" y="1350000"/>
            <a:ext cx="9179640" cy="3509640"/>
          </a:xfrm>
          <a:prstGeom prst="rect">
            <a:avLst/>
          </a:prstGeom>
          <a:noFill/>
          <a:ln w="0">
            <a:noFill/>
          </a:ln>
        </p:spPr>
        <p:style>
          <a:lnRef idx="0"/>
          <a:fillRef idx="0"/>
          <a:effectRef idx="0"/>
          <a:fontRef idx="minor"/>
        </p:style>
      </p:sp>
      <p:pic>
        <p:nvPicPr>
          <p:cNvPr id="119" name="" descr=""/>
          <p:cNvPicPr/>
          <p:nvPr/>
        </p:nvPicPr>
        <p:blipFill>
          <a:blip r:embed="rId1"/>
          <a:stretch/>
        </p:blipFill>
        <p:spPr>
          <a:xfrm>
            <a:off x="228600" y="1350000"/>
            <a:ext cx="4316760" cy="3387240"/>
          </a:xfrm>
          <a:prstGeom prst="rect">
            <a:avLst/>
          </a:prstGeom>
          <a:ln w="18000">
            <a:noFill/>
          </a:ln>
        </p:spPr>
      </p:pic>
      <p:pic>
        <p:nvPicPr>
          <p:cNvPr id="120" name="" descr=""/>
          <p:cNvPicPr/>
          <p:nvPr/>
        </p:nvPicPr>
        <p:blipFill>
          <a:blip r:embed="rId2"/>
          <a:srcRect l="0" t="0" r="19811" b="0"/>
          <a:stretch/>
        </p:blipFill>
        <p:spPr>
          <a:xfrm>
            <a:off x="4503960" y="1143000"/>
            <a:ext cx="3953880" cy="3726000"/>
          </a:xfrm>
          <a:prstGeom prst="rect">
            <a:avLst/>
          </a:prstGeom>
          <a:ln w="18000">
            <a:noFill/>
          </a:ln>
        </p:spPr>
      </p:pic>
      <p:sp>
        <p:nvSpPr>
          <p:cNvPr id="121" name=""/>
          <p:cNvSpPr/>
          <p:nvPr/>
        </p:nvSpPr>
        <p:spPr>
          <a:xfrm flipV="1">
            <a:off x="1828800" y="2514600"/>
            <a:ext cx="2971800" cy="457200"/>
          </a:xfrm>
          <a:prstGeom prst="line">
            <a:avLst/>
          </a:prstGeom>
          <a:ln w="18000">
            <a:solidFill>
              <a:srgbClr val="000000"/>
            </a:solidFill>
            <a:round/>
            <a:tailEnd len="med" type="triangle" w="med"/>
          </a:ln>
        </p:spPr>
        <p:style>
          <a:lnRef idx="0"/>
          <a:fillRef idx="0"/>
          <a:effectRef idx="0"/>
          <a:fontRef idx="minor"/>
        </p:style>
      </p:sp>
    </p:spTree>
  </p:cSld>
  <mc:AlternateContent>
    <mc:Choice Requires="p14">
      <p:transition spd="slow" p14:dur="2000"/>
    </mc:Choice>
    <mc:Fallback>
      <p:transition spd="slow"/>
    </mc:Fallback>
  </mc:AlternateContent>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Arial"/>
        <a:ea typeface="DejaVu Sans"/>
        <a:cs typeface="DejaVu Sans"/>
      </a:majorFont>
      <a:minorFont>
        <a:latin typeface="Arial"/>
        <a:ea typeface="DejaVu Sans"/>
        <a:cs typeface="DejaVu Sans"/>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shade val="51000"/>
                <a:satMod val="130000"/>
              </a:schemeClr>
            </a:gs>
            <a:gs pos="80000">
              <a:schemeClr val="phClr">
                <a:shade val="93000"/>
                <a:satMod val="130000"/>
              </a:schemeClr>
            </a:gs>
            <a:gs pos="100000">
              <a:schemeClr val="phClr">
                <a:shade val="94000"/>
                <a:satMod val="135000"/>
              </a:schemeClr>
            </a:gs>
          </a:gsLst>
          <a:lin ang="16200000" scaled="0"/>
        </a:gradFill>
      </a:fillStyleLst>
      <a:lnStyleLst>
        <a:ln w="9525" cap="flat" cmpd="sng" algn="ctr">
          <a:solidFill>
            <a:schemeClr val="phClr">
              <a:shade val="95000"/>
              <a:satMod val="105000"/>
            </a:schemeClr>
          </a:solidFill>
          <a:prstDash val="solid"/>
          <a:miter/>
        </a:ln>
        <a:ln w="25400" cap="flat" cmpd="sng" algn="ctr">
          <a:solidFill>
            <a:schemeClr val="phClr"/>
          </a:solidFill>
          <a:prstDash val="solid"/>
          <a:miter/>
        </a:ln>
        <a:ln w="38100" cap="flat" cmpd="sng" algn="ctr">
          <a:solidFill>
            <a:schemeClr val="phClr"/>
          </a:solidFill>
          <a:prstDash val="solid"/>
          <a:miter/>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Arial"/>
        <a:ea typeface="DejaVu Sans"/>
        <a:cs typeface="DejaVu Sans"/>
      </a:majorFont>
      <a:minorFont>
        <a:latin typeface="Arial"/>
        <a:ea typeface="DejaVu Sans"/>
        <a:cs typeface="DejaVu Sans"/>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shade val="51000"/>
                <a:satMod val="130000"/>
              </a:schemeClr>
            </a:gs>
            <a:gs pos="80000">
              <a:schemeClr val="phClr">
                <a:shade val="93000"/>
                <a:satMod val="130000"/>
              </a:schemeClr>
            </a:gs>
            <a:gs pos="100000">
              <a:schemeClr val="phClr">
                <a:shade val="94000"/>
                <a:satMod val="135000"/>
              </a:schemeClr>
            </a:gs>
          </a:gsLst>
          <a:lin ang="16200000" scaled="0"/>
        </a:gradFill>
      </a:fillStyleLst>
      <a:lnStyleLst>
        <a:ln w="9525" cap="flat" cmpd="sng" algn="ctr">
          <a:solidFill>
            <a:schemeClr val="phClr">
              <a:shade val="95000"/>
              <a:satMod val="105000"/>
            </a:schemeClr>
          </a:solidFill>
          <a:prstDash val="solid"/>
          <a:miter/>
        </a:ln>
        <a:ln w="25400" cap="flat" cmpd="sng" algn="ctr">
          <a:solidFill>
            <a:schemeClr val="phClr"/>
          </a:solidFill>
          <a:prstDash val="solid"/>
          <a:miter/>
        </a:ln>
        <a:ln w="38100" cap="flat" cmpd="sng" algn="ctr">
          <a:solidFill>
            <a:schemeClr val="phClr"/>
          </a:solidFill>
          <a:prstDash val="solid"/>
          <a:miter/>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docProps/app.xml><?xml version="1.0" encoding="utf-8"?>
<Properties xmlns="http://schemas.openxmlformats.org/officeDocument/2006/extended-properties" xmlns:vt="http://schemas.openxmlformats.org/officeDocument/2006/docPropsVTypes">
  <Template/>
  <TotalTime>692</TotalTime>
  <Application>LibreOffice/7.1.8.1$Linux_X86_64 LibreOffice_project/e1f30c802c3269a1d052614453f260e49458c82c</Application>
  <AppVersion>15.0000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erms:created xsi:type="dcterms:W3CDTF">2024-02-21T11:25:52Z</dcterms:created>
  <dc:creator/>
  <dc:description/>
  <dc:language>en-US</dc:language>
  <cp:lastModifiedBy/>
  <dcterms:modified xsi:type="dcterms:W3CDTF">2025-02-18T17:10:21Z</dcterms:modified>
  <cp:revision>9</cp:revision>
  <dc:subject/>
  <dc:title>Alizarin</dc:title>
</cp:coreProperties>
</file>

<file path=docProps/custom.xml><?xml version="1.0" encoding="utf-8"?>
<Properties xmlns="http://schemas.openxmlformats.org/officeDocument/2006/custom-properties" xmlns:vt="http://schemas.openxmlformats.org/officeDocument/2006/docPropsVTypes"/>
</file>