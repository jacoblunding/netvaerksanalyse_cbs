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B4B1BE9A-2146-4D64-868F-AE8A01ABEBC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Plan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Nye koncepter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ego-netværk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constraint – bridging (Burt)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burt vs igraph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assortative mixing (assortativity)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29520" y="-48600"/>
            <a:ext cx="10079640" cy="3735720"/>
          </a:xfrm>
          <a:prstGeom prst="rect">
            <a:avLst/>
          </a:prstGeom>
          <a:ln w="0">
            <a:noFill/>
          </a:ln>
        </p:spPr>
      </p:pic>
      <p:pic>
        <p:nvPicPr>
          <p:cNvPr id="44" name="" descr=""/>
          <p:cNvPicPr/>
          <p:nvPr/>
        </p:nvPicPr>
        <p:blipFill>
          <a:blip r:embed="rId2"/>
          <a:srcRect l="11140" t="29302" r="4679" b="15898"/>
          <a:stretch/>
        </p:blipFill>
        <p:spPr>
          <a:xfrm>
            <a:off x="5166000" y="3355200"/>
            <a:ext cx="4114440" cy="2285640"/>
          </a:xfrm>
          <a:prstGeom prst="rect">
            <a:avLst/>
          </a:prstGeom>
          <a:ln w="0">
            <a:noFill/>
          </a:ln>
        </p:spPr>
      </p:pic>
      <p:pic>
        <p:nvPicPr>
          <p:cNvPr id="45" name="" descr=""/>
          <p:cNvPicPr/>
          <p:nvPr/>
        </p:nvPicPr>
        <p:blipFill>
          <a:blip r:embed="rId3"/>
          <a:stretch/>
        </p:blipFill>
        <p:spPr>
          <a:xfrm>
            <a:off x="291960" y="4210200"/>
            <a:ext cx="3772440" cy="819000"/>
          </a:xfrm>
          <a:prstGeom prst="rect">
            <a:avLst/>
          </a:prstGeom>
          <a:ln w="0">
            <a:noFill/>
          </a:ln>
        </p:spPr>
      </p:pic>
      <p:pic>
        <p:nvPicPr>
          <p:cNvPr id="46" name="" descr=""/>
          <p:cNvPicPr/>
          <p:nvPr/>
        </p:nvPicPr>
        <p:blipFill>
          <a:blip r:embed="rId4"/>
          <a:stretch/>
        </p:blipFill>
        <p:spPr>
          <a:xfrm>
            <a:off x="9144000" y="3687120"/>
            <a:ext cx="887040" cy="483120"/>
          </a:xfrm>
          <a:prstGeom prst="rect">
            <a:avLst/>
          </a:prstGeom>
          <a:ln w="0">
            <a:noFill/>
          </a:ln>
        </p:spPr>
      </p:pic>
      <p:sp>
        <p:nvSpPr>
          <p:cNvPr id="47" name=""/>
          <p:cNvSpPr/>
          <p:nvPr/>
        </p:nvSpPr>
        <p:spPr>
          <a:xfrm flipV="1">
            <a:off x="755280" y="457200"/>
            <a:ext cx="616320" cy="4185360"/>
          </a:xfrm>
          <a:prstGeom prst="line">
            <a:avLst/>
          </a:prstGeom>
          <a:ln w="0">
            <a:solidFill>
              <a:srgbClr val="ff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"/>
          <p:cNvSpPr/>
          <p:nvPr/>
        </p:nvSpPr>
        <p:spPr>
          <a:xfrm flipV="1">
            <a:off x="1495800" y="457200"/>
            <a:ext cx="2390400" cy="4187160"/>
          </a:xfrm>
          <a:prstGeom prst="line">
            <a:avLst/>
          </a:prstGeom>
          <a:ln w="0">
            <a:solidFill>
              <a:srgbClr val="ff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"/>
          <p:cNvSpPr/>
          <p:nvPr/>
        </p:nvSpPr>
        <p:spPr>
          <a:xfrm flipV="1">
            <a:off x="1600200" y="457200"/>
            <a:ext cx="3429000" cy="4187520"/>
          </a:xfrm>
          <a:prstGeom prst="line">
            <a:avLst/>
          </a:prstGeom>
          <a:ln w="0">
            <a:solidFill>
              <a:srgbClr val="ff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"/>
          <p:cNvSpPr/>
          <p:nvPr/>
        </p:nvSpPr>
        <p:spPr>
          <a:xfrm flipV="1">
            <a:off x="2514600" y="497880"/>
            <a:ext cx="7182000" cy="4074120"/>
          </a:xfrm>
          <a:prstGeom prst="line">
            <a:avLst/>
          </a:prstGeom>
          <a:ln w="0">
            <a:solidFill>
              <a:srgbClr val="ff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"/>
          <p:cNvSpPr/>
          <p:nvPr/>
        </p:nvSpPr>
        <p:spPr>
          <a:xfrm flipV="1">
            <a:off x="9318960" y="1956600"/>
            <a:ext cx="420480" cy="1690560"/>
          </a:xfrm>
          <a:prstGeom prst="line">
            <a:avLst/>
          </a:prstGeom>
          <a:ln w="0">
            <a:solidFill>
              <a:srgbClr val="ff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"/>
          <p:cNvSpPr/>
          <p:nvPr/>
        </p:nvSpPr>
        <p:spPr>
          <a:xfrm>
            <a:off x="4752000" y="2686680"/>
            <a:ext cx="228600" cy="228600"/>
          </a:xfrm>
          <a:prstGeom prst="ellipse">
            <a:avLst/>
          </a:prstGeom>
          <a:noFill/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"/>
          <p:cNvSpPr/>
          <p:nvPr/>
        </p:nvSpPr>
        <p:spPr>
          <a:xfrm>
            <a:off x="4753440" y="998640"/>
            <a:ext cx="228600" cy="228600"/>
          </a:xfrm>
          <a:prstGeom prst="ellipse">
            <a:avLst/>
          </a:prstGeom>
          <a:noFill/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"/>
          <p:cNvSpPr/>
          <p:nvPr/>
        </p:nvSpPr>
        <p:spPr>
          <a:xfrm>
            <a:off x="4800600" y="1371600"/>
            <a:ext cx="0" cy="1143000"/>
          </a:xfrm>
          <a:prstGeom prst="line">
            <a:avLst/>
          </a:prstGeom>
          <a:ln w="10080">
            <a:solidFill>
              <a:srgbClr val="808080"/>
            </a:solidFill>
            <a:prstDash val="lgDashDot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"/>
          <p:cNvSpPr txBox="1"/>
          <p:nvPr/>
        </p:nvSpPr>
        <p:spPr>
          <a:xfrm>
            <a:off x="4721040" y="1700640"/>
            <a:ext cx="4572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Arial"/>
              </a:rPr>
              <a:t>?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5"/>
          <a:stretch/>
        </p:blipFill>
        <p:spPr>
          <a:xfrm>
            <a:off x="457200" y="5257800"/>
            <a:ext cx="2286000" cy="32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LibreOffice/7.1.8.1$Linux_X86_64 LibreOffice_project/e1f30c802c3269a1d052614453f260e49458c82c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2025-03-06T16:35:42Z</dcterms:created>
  <dc:creator/>
  <dc:description/>
  <dc:language>en-US</dc:language>
  <cp:lastModifiedBy/>
  <dcterms:modified xsi:type="dcterms:W3CDTF">2026-03-06T07:49:14Z</dcterms:modified>
  <cp:revision>2</cp:revision>
  <dc:subject/>
  <dc:title/>
</cp:coreProperties>
</file>