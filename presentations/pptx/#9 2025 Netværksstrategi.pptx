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eb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5"/>
  </p:notesMasterIdLst>
  <p:sldIdLst>
    <p:sldId id="256" r:id="rId2"/>
    <p:sldId id="257" r:id="rId3"/>
    <p:sldId id="272" r:id="rId4"/>
    <p:sldId id="258" r:id="rId5"/>
    <p:sldId id="259" r:id="rId6"/>
    <p:sldId id="260" r:id="rId7"/>
    <p:sldId id="264" r:id="rId8"/>
    <p:sldId id="265" r:id="rId9"/>
    <p:sldId id="311" r:id="rId10"/>
    <p:sldId id="261" r:id="rId11"/>
    <p:sldId id="266" r:id="rId12"/>
    <p:sldId id="267" r:id="rId13"/>
    <p:sldId id="268" r:id="rId14"/>
    <p:sldId id="270" r:id="rId15"/>
    <p:sldId id="312" r:id="rId16"/>
    <p:sldId id="271" r:id="rId17"/>
    <p:sldId id="315" r:id="rId18"/>
    <p:sldId id="316" r:id="rId19"/>
    <p:sldId id="317" r:id="rId20"/>
    <p:sldId id="318" r:id="rId21"/>
    <p:sldId id="319" r:id="rId22"/>
    <p:sldId id="320" r:id="rId23"/>
    <p:sldId id="322" r:id="rId24"/>
    <p:sldId id="321" r:id="rId25"/>
    <p:sldId id="298" r:id="rId26"/>
    <p:sldId id="299" r:id="rId27"/>
    <p:sldId id="300" r:id="rId28"/>
    <p:sldId id="301" r:id="rId29"/>
    <p:sldId id="302" r:id="rId30"/>
    <p:sldId id="303" r:id="rId31"/>
    <p:sldId id="304"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306" r:id="rId57"/>
    <p:sldId id="307" r:id="rId58"/>
    <p:sldId id="305" r:id="rId59"/>
    <p:sldId id="308" r:id="rId60"/>
    <p:sldId id="313" r:id="rId61"/>
    <p:sldId id="273" r:id="rId62"/>
    <p:sldId id="309" r:id="rId63"/>
    <p:sldId id="310" r:id="rId64"/>
  </p:sldIdLst>
  <p:sldSz cx="9144000" cy="6858000" type="screen4x3"/>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2" pos="249" userDrawn="1">
          <p15:clr>
            <a:srgbClr val="A4A3A4"/>
          </p15:clr>
        </p15:guide>
        <p15:guide id="3" pos="5511" userDrawn="1">
          <p15:clr>
            <a:srgbClr val="A4A3A4"/>
          </p15:clr>
        </p15:guide>
        <p15:guide id="4" orient="horz" pos="411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67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717" autoAdjust="0"/>
  </p:normalViewPr>
  <p:slideViewPr>
    <p:cSldViewPr>
      <p:cViewPr varScale="1">
        <p:scale>
          <a:sx n="102" d="100"/>
          <a:sy n="102" d="100"/>
        </p:scale>
        <p:origin x="1806" y="108"/>
      </p:cViewPr>
      <p:guideLst>
        <p:guide orient="horz" pos="210"/>
        <p:guide pos="249"/>
        <p:guide pos="5511"/>
        <p:guide orient="horz" pos="411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99C7E1-F2A3-49A9-A82E-B5FF5E15DA00}" type="datetimeFigureOut">
              <a:rPr lang="da-DK" smtClean="0"/>
              <a:t>25-02-2025</a:t>
            </a:fld>
            <a:endParaRPr lang="da-DK"/>
          </a:p>
        </p:txBody>
      </p:sp>
      <p:sp>
        <p:nvSpPr>
          <p:cNvPr id="4" name="Pladsholder til diasbille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a-DK"/>
          </a:p>
        </p:txBody>
      </p:sp>
      <p:sp>
        <p:nvSpPr>
          <p:cNvPr id="7" name="Pladsholder til dias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4F6A9A-10CF-4AA0-BD89-7DB412DA9257}" type="slidenum">
              <a:rPr lang="da-DK" smtClean="0"/>
              <a:t>‹#›</a:t>
            </a:fld>
            <a:endParaRPr lang="da-DK"/>
          </a:p>
        </p:txBody>
      </p:sp>
    </p:spTree>
    <p:extLst>
      <p:ext uri="{BB962C8B-B14F-4D97-AF65-F5344CB8AC3E}">
        <p14:creationId xmlns:p14="http://schemas.microsoft.com/office/powerpoint/2010/main" val="2791617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52228"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8EFFFD39-6D28-420A-A1AA-1F499717E1B7}" type="slidenum">
              <a:rPr lang="da-DK" altLang="da-DK" sz="1400"/>
              <a:pPr eaLnBrk="1">
                <a:spcBef>
                  <a:spcPct val="0"/>
                </a:spcBef>
              </a:pPr>
              <a:t>32</a:t>
            </a:fld>
            <a:endParaRPr lang="da-DK" altLang="da-DK" sz="1400"/>
          </a:p>
        </p:txBody>
      </p:sp>
    </p:spTree>
    <p:extLst>
      <p:ext uri="{BB962C8B-B14F-4D97-AF65-F5344CB8AC3E}">
        <p14:creationId xmlns:p14="http://schemas.microsoft.com/office/powerpoint/2010/main" val="190503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53252"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B7A0C09C-78CA-4F78-8188-00EE83F8230B}" type="slidenum">
              <a:rPr lang="da-DK" altLang="da-DK" sz="1400"/>
              <a:pPr eaLnBrk="1">
                <a:spcBef>
                  <a:spcPct val="0"/>
                </a:spcBef>
              </a:pPr>
              <a:t>33</a:t>
            </a:fld>
            <a:endParaRPr lang="da-DK" altLang="da-DK" sz="1400"/>
          </a:p>
        </p:txBody>
      </p:sp>
    </p:spTree>
    <p:extLst>
      <p:ext uri="{BB962C8B-B14F-4D97-AF65-F5344CB8AC3E}">
        <p14:creationId xmlns:p14="http://schemas.microsoft.com/office/powerpoint/2010/main" val="3314313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54276"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B2F28F4F-3B35-4BD5-9EF9-13EEE39324A5}" type="slidenum">
              <a:rPr lang="da-DK" altLang="da-DK" sz="1400"/>
              <a:pPr eaLnBrk="1">
                <a:spcBef>
                  <a:spcPct val="0"/>
                </a:spcBef>
              </a:pPr>
              <a:t>34</a:t>
            </a:fld>
            <a:endParaRPr lang="da-DK" altLang="da-DK" sz="1400"/>
          </a:p>
        </p:txBody>
      </p:sp>
    </p:spTree>
    <p:extLst>
      <p:ext uri="{BB962C8B-B14F-4D97-AF65-F5344CB8AC3E}">
        <p14:creationId xmlns:p14="http://schemas.microsoft.com/office/powerpoint/2010/main" val="2116023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55300"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C42C2776-1B27-4BBC-8922-F4C621A6B09C}" type="slidenum">
              <a:rPr lang="da-DK" altLang="da-DK" sz="1400"/>
              <a:pPr eaLnBrk="1">
                <a:spcBef>
                  <a:spcPct val="0"/>
                </a:spcBef>
              </a:pPr>
              <a:t>35</a:t>
            </a:fld>
            <a:endParaRPr lang="da-DK" altLang="da-DK" sz="1400"/>
          </a:p>
        </p:txBody>
      </p:sp>
    </p:spTree>
    <p:extLst>
      <p:ext uri="{BB962C8B-B14F-4D97-AF65-F5344CB8AC3E}">
        <p14:creationId xmlns:p14="http://schemas.microsoft.com/office/powerpoint/2010/main" val="3478995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56324"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B39BD05E-B2D1-4EAF-B3DF-4ED1C967714D}" type="slidenum">
              <a:rPr lang="da-DK" altLang="da-DK" sz="1400"/>
              <a:pPr eaLnBrk="1">
                <a:spcBef>
                  <a:spcPct val="0"/>
                </a:spcBef>
              </a:pPr>
              <a:t>36</a:t>
            </a:fld>
            <a:endParaRPr lang="da-DK" altLang="da-DK" sz="1400"/>
          </a:p>
        </p:txBody>
      </p:sp>
    </p:spTree>
    <p:extLst>
      <p:ext uri="{BB962C8B-B14F-4D97-AF65-F5344CB8AC3E}">
        <p14:creationId xmlns:p14="http://schemas.microsoft.com/office/powerpoint/2010/main" val="4293033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57348"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AFE1A38D-49ED-4BAD-8EAC-D835B6EAADEA}" type="slidenum">
              <a:rPr lang="da-DK" altLang="da-DK" sz="1400"/>
              <a:pPr eaLnBrk="1">
                <a:spcBef>
                  <a:spcPct val="0"/>
                </a:spcBef>
              </a:pPr>
              <a:t>37</a:t>
            </a:fld>
            <a:endParaRPr lang="da-DK" altLang="da-DK" sz="1400"/>
          </a:p>
        </p:txBody>
      </p:sp>
    </p:spTree>
    <p:extLst>
      <p:ext uri="{BB962C8B-B14F-4D97-AF65-F5344CB8AC3E}">
        <p14:creationId xmlns:p14="http://schemas.microsoft.com/office/powerpoint/2010/main" val="2400431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58372"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38F9ABAE-1DF5-480A-BB87-F07D50324C18}" type="slidenum">
              <a:rPr lang="da-DK" altLang="da-DK" sz="1400"/>
              <a:pPr eaLnBrk="1">
                <a:spcBef>
                  <a:spcPct val="0"/>
                </a:spcBef>
              </a:pPr>
              <a:t>38</a:t>
            </a:fld>
            <a:endParaRPr lang="da-DK" altLang="da-DK" sz="1400"/>
          </a:p>
        </p:txBody>
      </p:sp>
    </p:spTree>
    <p:extLst>
      <p:ext uri="{BB962C8B-B14F-4D97-AF65-F5344CB8AC3E}">
        <p14:creationId xmlns:p14="http://schemas.microsoft.com/office/powerpoint/2010/main" val="3049315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59396"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E75BA40E-42F0-4CDE-B313-6A0E8C16E9E0}" type="slidenum">
              <a:rPr lang="da-DK" altLang="da-DK" sz="1400"/>
              <a:pPr eaLnBrk="1">
                <a:spcBef>
                  <a:spcPct val="0"/>
                </a:spcBef>
              </a:pPr>
              <a:t>39</a:t>
            </a:fld>
            <a:endParaRPr lang="da-DK" altLang="da-DK" sz="1400"/>
          </a:p>
        </p:txBody>
      </p:sp>
    </p:spTree>
    <p:extLst>
      <p:ext uri="{BB962C8B-B14F-4D97-AF65-F5344CB8AC3E}">
        <p14:creationId xmlns:p14="http://schemas.microsoft.com/office/powerpoint/2010/main" val="2255779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0420"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6865B322-4255-4261-A468-81CAAE768D28}" type="slidenum">
              <a:rPr lang="da-DK" altLang="da-DK" sz="1400"/>
              <a:pPr eaLnBrk="1">
                <a:spcBef>
                  <a:spcPct val="0"/>
                </a:spcBef>
              </a:pPr>
              <a:t>40</a:t>
            </a:fld>
            <a:endParaRPr lang="da-DK" altLang="da-DK" sz="1400"/>
          </a:p>
        </p:txBody>
      </p:sp>
    </p:spTree>
    <p:extLst>
      <p:ext uri="{BB962C8B-B14F-4D97-AF65-F5344CB8AC3E}">
        <p14:creationId xmlns:p14="http://schemas.microsoft.com/office/powerpoint/2010/main" val="2093005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1444"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91A0049A-27FD-42FA-AF9E-12BDDFFCFF23}" type="slidenum">
              <a:rPr lang="da-DK" altLang="da-DK" sz="1400"/>
              <a:pPr eaLnBrk="1">
                <a:spcBef>
                  <a:spcPct val="0"/>
                </a:spcBef>
              </a:pPr>
              <a:t>41</a:t>
            </a:fld>
            <a:endParaRPr lang="da-DK" altLang="da-DK" sz="1400"/>
          </a:p>
        </p:txBody>
      </p:sp>
    </p:spTree>
    <p:extLst>
      <p:ext uri="{BB962C8B-B14F-4D97-AF65-F5344CB8AC3E}">
        <p14:creationId xmlns:p14="http://schemas.microsoft.com/office/powerpoint/2010/main" val="1959920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2468"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0C69C290-36E4-4EDF-A445-0E507C9D716E}" type="slidenum">
              <a:rPr lang="da-DK" altLang="da-DK" sz="1400"/>
              <a:pPr eaLnBrk="1">
                <a:spcBef>
                  <a:spcPct val="0"/>
                </a:spcBef>
              </a:pPr>
              <a:t>42</a:t>
            </a:fld>
            <a:endParaRPr lang="da-DK" altLang="da-DK" sz="1400"/>
          </a:p>
        </p:txBody>
      </p:sp>
    </p:spTree>
    <p:extLst>
      <p:ext uri="{BB962C8B-B14F-4D97-AF65-F5344CB8AC3E}">
        <p14:creationId xmlns:p14="http://schemas.microsoft.com/office/powerpoint/2010/main" val="461463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3492"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A236219E-CD32-46CE-8B32-AF4C3FD9A7C7}" type="slidenum">
              <a:rPr lang="da-DK" altLang="da-DK" sz="1400"/>
              <a:pPr eaLnBrk="1">
                <a:spcBef>
                  <a:spcPct val="0"/>
                </a:spcBef>
              </a:pPr>
              <a:t>43</a:t>
            </a:fld>
            <a:endParaRPr lang="da-DK" altLang="da-DK" sz="1400"/>
          </a:p>
        </p:txBody>
      </p:sp>
    </p:spTree>
    <p:extLst>
      <p:ext uri="{BB962C8B-B14F-4D97-AF65-F5344CB8AC3E}">
        <p14:creationId xmlns:p14="http://schemas.microsoft.com/office/powerpoint/2010/main" val="465205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4516"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5FF60776-D265-416E-BF89-4E334E18B352}" type="slidenum">
              <a:rPr lang="da-DK" altLang="da-DK" sz="1400"/>
              <a:pPr eaLnBrk="1">
                <a:spcBef>
                  <a:spcPct val="0"/>
                </a:spcBef>
              </a:pPr>
              <a:t>44</a:t>
            </a:fld>
            <a:endParaRPr lang="da-DK" altLang="da-DK" sz="1400"/>
          </a:p>
        </p:txBody>
      </p:sp>
    </p:spTree>
    <p:extLst>
      <p:ext uri="{BB962C8B-B14F-4D97-AF65-F5344CB8AC3E}">
        <p14:creationId xmlns:p14="http://schemas.microsoft.com/office/powerpoint/2010/main" val="2240778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5540"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960D3D6A-C99F-433D-8F84-BBCEC4F4BD1B}" type="slidenum">
              <a:rPr lang="da-DK" altLang="da-DK" sz="1400"/>
              <a:pPr eaLnBrk="1">
                <a:spcBef>
                  <a:spcPct val="0"/>
                </a:spcBef>
              </a:pPr>
              <a:t>45</a:t>
            </a:fld>
            <a:endParaRPr lang="da-DK" altLang="da-DK" sz="1400"/>
          </a:p>
        </p:txBody>
      </p:sp>
    </p:spTree>
    <p:extLst>
      <p:ext uri="{BB962C8B-B14F-4D97-AF65-F5344CB8AC3E}">
        <p14:creationId xmlns:p14="http://schemas.microsoft.com/office/powerpoint/2010/main" val="2914915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6564"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70C88899-18B5-451A-A6C4-424F954FABF4}" type="slidenum">
              <a:rPr lang="da-DK" altLang="da-DK" sz="1400"/>
              <a:pPr eaLnBrk="1">
                <a:spcBef>
                  <a:spcPct val="0"/>
                </a:spcBef>
              </a:pPr>
              <a:t>46</a:t>
            </a:fld>
            <a:endParaRPr lang="da-DK" altLang="da-DK" sz="1400"/>
          </a:p>
        </p:txBody>
      </p:sp>
    </p:spTree>
    <p:extLst>
      <p:ext uri="{BB962C8B-B14F-4D97-AF65-F5344CB8AC3E}">
        <p14:creationId xmlns:p14="http://schemas.microsoft.com/office/powerpoint/2010/main" val="4069084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7588"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8B55182F-9248-4D75-9694-6597CDF3EA4E}" type="slidenum">
              <a:rPr lang="da-DK" altLang="da-DK" sz="1400"/>
              <a:pPr eaLnBrk="1">
                <a:spcBef>
                  <a:spcPct val="0"/>
                </a:spcBef>
              </a:pPr>
              <a:t>47</a:t>
            </a:fld>
            <a:endParaRPr lang="da-DK" altLang="da-DK" sz="1400"/>
          </a:p>
        </p:txBody>
      </p:sp>
    </p:spTree>
    <p:extLst>
      <p:ext uri="{BB962C8B-B14F-4D97-AF65-F5344CB8AC3E}">
        <p14:creationId xmlns:p14="http://schemas.microsoft.com/office/powerpoint/2010/main" val="666571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8612"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0FEE9C2F-75AB-4CEC-8669-290B462A3A5E}" type="slidenum">
              <a:rPr lang="da-DK" altLang="da-DK" sz="1400"/>
              <a:pPr eaLnBrk="1">
                <a:spcBef>
                  <a:spcPct val="0"/>
                </a:spcBef>
              </a:pPr>
              <a:t>48</a:t>
            </a:fld>
            <a:endParaRPr lang="da-DK" altLang="da-DK" sz="1400"/>
          </a:p>
        </p:txBody>
      </p:sp>
    </p:spTree>
    <p:extLst>
      <p:ext uri="{BB962C8B-B14F-4D97-AF65-F5344CB8AC3E}">
        <p14:creationId xmlns:p14="http://schemas.microsoft.com/office/powerpoint/2010/main" val="3323625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69636"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C20570FC-F81A-4375-9149-5D35058D19B7}" type="slidenum">
              <a:rPr lang="da-DK" altLang="da-DK" sz="1400"/>
              <a:pPr eaLnBrk="1">
                <a:spcBef>
                  <a:spcPct val="0"/>
                </a:spcBef>
              </a:pPr>
              <a:t>49</a:t>
            </a:fld>
            <a:endParaRPr lang="da-DK" altLang="da-DK" sz="1400"/>
          </a:p>
        </p:txBody>
      </p:sp>
    </p:spTree>
    <p:extLst>
      <p:ext uri="{BB962C8B-B14F-4D97-AF65-F5344CB8AC3E}">
        <p14:creationId xmlns:p14="http://schemas.microsoft.com/office/powerpoint/2010/main" val="3689596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70660"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A9F06F33-29A4-4A8D-9F70-2F932C9BBAE1}" type="slidenum">
              <a:rPr lang="da-DK" altLang="da-DK" sz="1400"/>
              <a:pPr eaLnBrk="1">
                <a:spcBef>
                  <a:spcPct val="0"/>
                </a:spcBef>
              </a:pPr>
              <a:t>50</a:t>
            </a:fld>
            <a:endParaRPr lang="da-DK" altLang="da-DK" sz="1400"/>
          </a:p>
        </p:txBody>
      </p:sp>
    </p:spTree>
    <p:extLst>
      <p:ext uri="{BB962C8B-B14F-4D97-AF65-F5344CB8AC3E}">
        <p14:creationId xmlns:p14="http://schemas.microsoft.com/office/powerpoint/2010/main" val="264466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71684"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9108CC6A-219C-431B-9421-D8EF67D33EAD}" type="slidenum">
              <a:rPr lang="da-DK" altLang="da-DK" sz="1400"/>
              <a:pPr eaLnBrk="1">
                <a:spcBef>
                  <a:spcPct val="0"/>
                </a:spcBef>
              </a:pPr>
              <a:t>51</a:t>
            </a:fld>
            <a:endParaRPr lang="da-DK" altLang="da-DK" sz="1400"/>
          </a:p>
        </p:txBody>
      </p:sp>
    </p:spTree>
    <p:extLst>
      <p:ext uri="{BB962C8B-B14F-4D97-AF65-F5344CB8AC3E}">
        <p14:creationId xmlns:p14="http://schemas.microsoft.com/office/powerpoint/2010/main" val="1261398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72708"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1C5BF451-BACC-4B82-902B-71F9171AB17F}" type="slidenum">
              <a:rPr lang="da-DK" altLang="da-DK" sz="1400"/>
              <a:pPr eaLnBrk="1">
                <a:spcBef>
                  <a:spcPct val="0"/>
                </a:spcBef>
              </a:pPr>
              <a:t>52</a:t>
            </a:fld>
            <a:endParaRPr lang="da-DK" altLang="da-DK" sz="1400"/>
          </a:p>
        </p:txBody>
      </p:sp>
    </p:spTree>
    <p:extLst>
      <p:ext uri="{BB962C8B-B14F-4D97-AF65-F5344CB8AC3E}">
        <p14:creationId xmlns:p14="http://schemas.microsoft.com/office/powerpoint/2010/main" val="19069895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73732"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B19A9AF4-70C5-41D5-BBF3-8812D64EAB2D}" type="slidenum">
              <a:rPr lang="da-DK" altLang="da-DK" sz="1400"/>
              <a:pPr eaLnBrk="1">
                <a:spcBef>
                  <a:spcPct val="0"/>
                </a:spcBef>
              </a:pPr>
              <a:t>53</a:t>
            </a:fld>
            <a:endParaRPr lang="da-DK" altLang="da-DK" sz="1400"/>
          </a:p>
        </p:txBody>
      </p:sp>
    </p:spTree>
    <p:extLst>
      <p:ext uri="{BB962C8B-B14F-4D97-AF65-F5344CB8AC3E}">
        <p14:creationId xmlns:p14="http://schemas.microsoft.com/office/powerpoint/2010/main" val="28262956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74756"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A81BE3DA-71B9-429D-97F0-4C88D11CA6E4}" type="slidenum">
              <a:rPr lang="da-DK" altLang="da-DK" sz="1400"/>
              <a:pPr eaLnBrk="1">
                <a:spcBef>
                  <a:spcPct val="0"/>
                </a:spcBef>
              </a:pPr>
              <a:t>54</a:t>
            </a:fld>
            <a:endParaRPr lang="da-DK" altLang="da-DK" sz="1400"/>
          </a:p>
        </p:txBody>
      </p:sp>
    </p:spTree>
    <p:extLst>
      <p:ext uri="{BB962C8B-B14F-4D97-AF65-F5344CB8AC3E}">
        <p14:creationId xmlns:p14="http://schemas.microsoft.com/office/powerpoint/2010/main" val="3987660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a-DK" altLang="da-DK">
              <a:latin typeface="Times New Roman" panose="02020603050405020304" pitchFamily="18" charset="0"/>
            </a:endParaRPr>
          </a:p>
        </p:txBody>
      </p:sp>
      <p:sp>
        <p:nvSpPr>
          <p:cNvPr id="75780"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1pPr>
            <a:lvl2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2pPr>
            <a:lvl3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3pPr>
            <a:lvl4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4pPr>
            <a:lvl5pPr eaLnBrk="0">
              <a:spcBef>
                <a:spcPct val="30000"/>
              </a:spcBef>
              <a:tabLst>
                <a:tab pos="722313" algn="l"/>
                <a:tab pos="1446213" algn="l"/>
                <a:tab pos="2170113" algn="l"/>
                <a:tab pos="2894013"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2313" algn="l"/>
                <a:tab pos="1446213" algn="l"/>
                <a:tab pos="2170113" algn="l"/>
                <a:tab pos="2894013" algn="l"/>
              </a:tabLst>
              <a:defRPr sz="1200">
                <a:solidFill>
                  <a:srgbClr val="000000"/>
                </a:solidFill>
                <a:latin typeface="Times New Roman" panose="02020603050405020304" pitchFamily="18" charset="0"/>
              </a:defRPr>
            </a:lvl9pPr>
          </a:lstStyle>
          <a:p>
            <a:pPr eaLnBrk="1">
              <a:spcBef>
                <a:spcPct val="0"/>
              </a:spcBef>
            </a:pPr>
            <a:fld id="{F907ECE8-7474-4F1D-A7C0-8317474E4AA6}" type="slidenum">
              <a:rPr lang="da-DK" altLang="da-DK" sz="1400"/>
              <a:pPr eaLnBrk="1">
                <a:spcBef>
                  <a:spcPct val="0"/>
                </a:spcBef>
              </a:pPr>
              <a:t>55</a:t>
            </a:fld>
            <a:endParaRPr lang="da-DK" altLang="da-DK" sz="1400"/>
          </a:p>
        </p:txBody>
      </p:sp>
    </p:spTree>
    <p:extLst>
      <p:ext uri="{BB962C8B-B14F-4D97-AF65-F5344CB8AC3E}">
        <p14:creationId xmlns:p14="http://schemas.microsoft.com/office/powerpoint/2010/main" val="31630630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3" name="Pladsholder til tekst 2"/>
          <p:cNvSpPr>
            <a:spLocks noGrp="1"/>
          </p:cNvSpPr>
          <p:nvPr>
            <p:ph type="body" sz="quarter" idx="10" hasCustomPrompt="1"/>
          </p:nvPr>
        </p:nvSpPr>
        <p:spPr>
          <a:xfrm>
            <a:off x="395288" y="333375"/>
            <a:ext cx="8353425" cy="719361"/>
          </a:xfrm>
        </p:spPr>
        <p:txBody>
          <a:bodyPr/>
          <a:lstStyle>
            <a:lvl1pPr>
              <a:lnSpc>
                <a:spcPct val="90000"/>
              </a:lnSpc>
              <a:defRPr sz="1300" b="1" baseline="0">
                <a:solidFill>
                  <a:srgbClr val="4967AA"/>
                </a:solidFill>
              </a:defRPr>
            </a:lvl1pPr>
          </a:lstStyle>
          <a:p>
            <a:pPr lvl="0"/>
            <a:r>
              <a:rPr lang="da-DK" dirty="0" err="1"/>
              <a:t>Click</a:t>
            </a:r>
            <a:r>
              <a:rPr lang="da-DK" dirty="0"/>
              <a:t> to </a:t>
            </a:r>
            <a:r>
              <a:rPr lang="da-DK" dirty="0" err="1"/>
              <a:t>add</a:t>
            </a:r>
            <a:r>
              <a:rPr lang="da-DK" dirty="0"/>
              <a:t> date, time and </a:t>
            </a:r>
            <a:r>
              <a:rPr lang="da-DK" dirty="0" err="1"/>
              <a:t>optional</a:t>
            </a:r>
            <a:r>
              <a:rPr lang="da-DK" dirty="0"/>
              <a:t> notes</a:t>
            </a:r>
          </a:p>
        </p:txBody>
      </p:sp>
      <p:sp>
        <p:nvSpPr>
          <p:cNvPr id="11" name="Pladsholder til tekst 10"/>
          <p:cNvSpPr>
            <a:spLocks noGrp="1"/>
          </p:cNvSpPr>
          <p:nvPr>
            <p:ph type="body" sz="quarter" idx="11" hasCustomPrompt="1"/>
          </p:nvPr>
        </p:nvSpPr>
        <p:spPr>
          <a:xfrm>
            <a:off x="395288" y="1052736"/>
            <a:ext cx="8353425" cy="2520279"/>
          </a:xfrm>
        </p:spPr>
        <p:txBody>
          <a:bodyPr anchor="b" anchorCtr="0"/>
          <a:lstStyle>
            <a:lvl1pPr>
              <a:lnSpc>
                <a:spcPct val="80000"/>
              </a:lnSpc>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3" name="Pladsholder til tekst 12"/>
          <p:cNvSpPr>
            <a:spLocks noGrp="1"/>
          </p:cNvSpPr>
          <p:nvPr>
            <p:ph type="body" sz="quarter" idx="12" hasCustomPrompt="1"/>
          </p:nvPr>
        </p:nvSpPr>
        <p:spPr>
          <a:xfrm>
            <a:off x="395288" y="3573016"/>
            <a:ext cx="8353425" cy="2303909"/>
          </a:xfrm>
        </p:spPr>
        <p:txBody>
          <a:bodyPr/>
          <a:lstStyle>
            <a:lvl1pPr>
              <a:lnSpc>
                <a:spcPct val="90000"/>
              </a:lnSpc>
              <a:defRPr sz="1600"/>
            </a:lvl1pPr>
          </a:lstStyle>
          <a:p>
            <a:pPr lvl="0"/>
            <a:r>
              <a:rPr lang="da-DK" dirty="0" err="1"/>
              <a:t>Click</a:t>
            </a:r>
            <a:r>
              <a:rPr lang="da-DK" dirty="0"/>
              <a:t> to </a:t>
            </a:r>
            <a:r>
              <a:rPr lang="da-DK" dirty="0" err="1"/>
              <a:t>add</a:t>
            </a:r>
            <a:r>
              <a:rPr lang="da-DK" dirty="0"/>
              <a:t> </a:t>
            </a:r>
            <a:r>
              <a:rPr lang="da-DK" dirty="0" err="1"/>
              <a:t>title</a:t>
            </a:r>
            <a:endParaRPr lang="da-DK" dirty="0"/>
          </a:p>
        </p:txBody>
      </p:sp>
      <p:pic>
        <p:nvPicPr>
          <p:cNvPr id="1028"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94418" y="6251942"/>
            <a:ext cx="2412000" cy="268000"/>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a:extLst>
              <a:ext uri="{FF2B5EF4-FFF2-40B4-BE49-F238E27FC236}">
                <a16:creationId xmlns:a16="http://schemas.microsoft.com/office/drawing/2014/main" id="{F3B8DB67-AFFD-4A84-9282-C1A564A7964E}"/>
              </a:ext>
            </a:extLst>
          </p:cNvPr>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4644008" y="6155992"/>
            <a:ext cx="4258310" cy="471170"/>
          </a:xfrm>
          <a:prstGeom prst="rect">
            <a:avLst/>
          </a:prstGeom>
          <a:noFill/>
          <a:ln>
            <a:noFill/>
          </a:ln>
        </p:spPr>
      </p:pic>
    </p:spTree>
    <p:extLst>
      <p:ext uri="{BB962C8B-B14F-4D97-AF65-F5344CB8AC3E}">
        <p14:creationId xmlns:p14="http://schemas.microsoft.com/office/powerpoint/2010/main" val="2263376756"/>
      </p:ext>
    </p:extLst>
  </p:cSld>
  <p:clrMapOvr>
    <a:masterClrMapping/>
  </p:clrMapOvr>
  <p:transition/>
  <p:extLst>
    <p:ext uri="{DCECCB84-F9BA-43D5-87BE-67443E8EF086}">
      <p15:sldGuideLst xmlns:p15="http://schemas.microsoft.com/office/powerpoint/2012/main">
        <p15:guide id="1" orient="horz" pos="210" userDrawn="1">
          <p15:clr>
            <a:srgbClr val="FBAE40"/>
          </p15:clr>
        </p15:guide>
        <p15:guide id="2" pos="5511" userDrawn="1">
          <p15:clr>
            <a:srgbClr val="FBAE40"/>
          </p15:clr>
        </p15:guide>
        <p15:guide id="3" pos="249" userDrawn="1">
          <p15:clr>
            <a:srgbClr val="FBAE40"/>
          </p15:clr>
        </p15:guide>
        <p15:guide id="4" orient="horz" pos="411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9" y="1124743"/>
            <a:ext cx="8353424" cy="5139531"/>
          </a:xfrm>
        </p:spPr>
        <p:txBody>
          <a:bodyPr>
            <a:normAutofit/>
          </a:bodyPr>
          <a:lstStyle>
            <a:lvl1pPr>
              <a:defRPr baseline="0"/>
            </a:lvl1pPr>
          </a:lstStyle>
          <a:p>
            <a:pPr lvl="0"/>
            <a:r>
              <a:rPr lang="en-US" dirty="0"/>
              <a:t>Click to add text – or click an icon to add content</a:t>
            </a:r>
            <a:endParaRPr lang="da-DK" dirty="0"/>
          </a:p>
        </p:txBody>
      </p:sp>
      <p:pic>
        <p:nvPicPr>
          <p:cNvPr id="7"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208252586"/>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9" y="1124743"/>
            <a:ext cx="3960687" cy="5139531"/>
          </a:xfrm>
        </p:spPr>
        <p:txBody>
          <a:bodyPr>
            <a:normAutofit/>
          </a:bodyPr>
          <a:lstStyle>
            <a:lvl1pPr>
              <a:defRPr baseline="0"/>
            </a:lvl1pPr>
          </a:lstStyle>
          <a:p>
            <a:pPr lvl="0"/>
            <a:r>
              <a:rPr lang="en-US" dirty="0"/>
              <a:t>Click to add text – or click an icon to add content</a:t>
            </a:r>
            <a:endParaRPr lang="da-DK" dirty="0"/>
          </a:p>
        </p:txBody>
      </p:sp>
      <p:sp>
        <p:nvSpPr>
          <p:cNvPr id="7" name="Content Placeholder 9"/>
          <p:cNvSpPr>
            <a:spLocks noGrp="1"/>
          </p:cNvSpPr>
          <p:nvPr>
            <p:ph sz="quarter" idx="12" hasCustomPrompt="1"/>
          </p:nvPr>
        </p:nvSpPr>
        <p:spPr>
          <a:xfrm>
            <a:off x="4788024" y="1124743"/>
            <a:ext cx="3960689" cy="5139531"/>
          </a:xfrm>
        </p:spPr>
        <p:txBody>
          <a:bodyPr>
            <a:normAutofit/>
          </a:bodyPr>
          <a:lstStyle>
            <a:lvl1pPr>
              <a:defRPr baseline="0"/>
            </a:lvl1pPr>
          </a:lstStyle>
          <a:p>
            <a:pPr lvl="0"/>
            <a:r>
              <a:rPr lang="en-US" dirty="0"/>
              <a:t>Click to add text – or click an icon to add content</a:t>
            </a:r>
            <a:endParaRPr lang="da-DK" dirty="0"/>
          </a:p>
        </p:txBody>
      </p:sp>
      <p:pic>
        <p:nvPicPr>
          <p:cNvPr id="9"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902259117"/>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8" y="1124743"/>
            <a:ext cx="2520000" cy="5139531"/>
          </a:xfrm>
        </p:spPr>
        <p:txBody>
          <a:bodyPr>
            <a:normAutofit/>
          </a:bodyPr>
          <a:lstStyle>
            <a:lvl1pPr>
              <a:defRPr baseline="0"/>
            </a:lvl1pPr>
          </a:lstStyle>
          <a:p>
            <a:pPr lvl="0"/>
            <a:r>
              <a:rPr lang="en-US" dirty="0"/>
              <a:t>Click to add text – or click an icon to add content</a:t>
            </a:r>
            <a:endParaRPr lang="da-DK" dirty="0"/>
          </a:p>
        </p:txBody>
      </p:sp>
      <p:sp>
        <p:nvSpPr>
          <p:cNvPr id="9" name="Content Placeholder 9"/>
          <p:cNvSpPr>
            <a:spLocks noGrp="1"/>
          </p:cNvSpPr>
          <p:nvPr>
            <p:ph sz="quarter" idx="12" hasCustomPrompt="1"/>
          </p:nvPr>
        </p:nvSpPr>
        <p:spPr>
          <a:xfrm>
            <a:off x="3312000" y="1124471"/>
            <a:ext cx="2520000" cy="5139531"/>
          </a:xfrm>
        </p:spPr>
        <p:txBody>
          <a:bodyPr>
            <a:normAutofit/>
          </a:bodyPr>
          <a:lstStyle>
            <a:lvl1pPr>
              <a:defRPr baseline="0"/>
            </a:lvl1pPr>
          </a:lstStyle>
          <a:p>
            <a:pPr lvl="0"/>
            <a:r>
              <a:rPr lang="en-US" dirty="0"/>
              <a:t>Click to add text – or click an icon to add content</a:t>
            </a:r>
            <a:endParaRPr lang="da-DK" dirty="0"/>
          </a:p>
        </p:txBody>
      </p:sp>
      <p:sp>
        <p:nvSpPr>
          <p:cNvPr id="11" name="Content Placeholder 9"/>
          <p:cNvSpPr>
            <a:spLocks noGrp="1"/>
          </p:cNvSpPr>
          <p:nvPr>
            <p:ph sz="quarter" idx="13" hasCustomPrompt="1"/>
          </p:nvPr>
        </p:nvSpPr>
        <p:spPr>
          <a:xfrm>
            <a:off x="6215585" y="1124471"/>
            <a:ext cx="2520000" cy="5139531"/>
          </a:xfrm>
        </p:spPr>
        <p:txBody>
          <a:bodyPr>
            <a:normAutofit/>
          </a:bodyPr>
          <a:lstStyle>
            <a:lvl1pPr>
              <a:defRPr baseline="0"/>
            </a:lvl1pPr>
          </a:lstStyle>
          <a:p>
            <a:pPr lvl="0"/>
            <a:r>
              <a:rPr lang="en-US" dirty="0"/>
              <a:t>Click to add text – or click an icon to add content</a:t>
            </a:r>
            <a:endParaRPr lang="da-DK" dirty="0"/>
          </a:p>
        </p:txBody>
      </p:sp>
      <p:pic>
        <p:nvPicPr>
          <p:cNvPr id="12"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451912543"/>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7" name="Content Placeholder 9"/>
          <p:cNvSpPr>
            <a:spLocks noGrp="1"/>
          </p:cNvSpPr>
          <p:nvPr>
            <p:ph sz="quarter" idx="12" hasCustomPrompt="1"/>
          </p:nvPr>
        </p:nvSpPr>
        <p:spPr>
          <a:xfrm>
            <a:off x="395288" y="1124743"/>
            <a:ext cx="8353425" cy="2448273"/>
          </a:xfrm>
        </p:spPr>
        <p:txBody>
          <a:bodyPr>
            <a:normAutofit/>
          </a:bodyPr>
          <a:lstStyle>
            <a:lvl1pPr>
              <a:defRPr baseline="0"/>
            </a:lvl1pPr>
          </a:lstStyle>
          <a:p>
            <a:pPr lvl="0"/>
            <a:r>
              <a:rPr lang="en-US" dirty="0"/>
              <a:t>Click to add text – or click an icon to add content</a:t>
            </a:r>
            <a:endParaRPr lang="da-DK" dirty="0"/>
          </a:p>
        </p:txBody>
      </p:sp>
      <p:sp>
        <p:nvSpPr>
          <p:cNvPr id="10" name="Content Placeholder 9"/>
          <p:cNvSpPr>
            <a:spLocks noGrp="1"/>
          </p:cNvSpPr>
          <p:nvPr>
            <p:ph sz="quarter" idx="13" hasCustomPrompt="1"/>
          </p:nvPr>
        </p:nvSpPr>
        <p:spPr>
          <a:xfrm>
            <a:off x="395288" y="3816002"/>
            <a:ext cx="8344783" cy="2448000"/>
          </a:xfrm>
        </p:spPr>
        <p:txBody>
          <a:bodyPr>
            <a:normAutofit/>
          </a:bodyPr>
          <a:lstStyle>
            <a:lvl1pPr>
              <a:defRPr baseline="0"/>
            </a:lvl1pPr>
          </a:lstStyle>
          <a:p>
            <a:pPr lvl="0"/>
            <a:r>
              <a:rPr lang="en-US" dirty="0"/>
              <a:t>Click to add text – or click an icon to add content</a:t>
            </a:r>
            <a:endParaRPr lang="da-DK" dirty="0"/>
          </a:p>
        </p:txBody>
      </p:sp>
      <p:pic>
        <p:nvPicPr>
          <p:cNvPr id="11"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27569324"/>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9" y="1124743"/>
            <a:ext cx="3960687" cy="5139531"/>
          </a:xfrm>
        </p:spPr>
        <p:txBody>
          <a:bodyPr>
            <a:normAutofit/>
          </a:bodyPr>
          <a:lstStyle>
            <a:lvl1pPr>
              <a:defRPr baseline="0"/>
            </a:lvl1pPr>
          </a:lstStyle>
          <a:p>
            <a:pPr lvl="0"/>
            <a:r>
              <a:rPr lang="en-US" dirty="0"/>
              <a:t>Click to add text – or click an icon to add content</a:t>
            </a:r>
            <a:endParaRPr lang="da-DK" dirty="0"/>
          </a:p>
        </p:txBody>
      </p:sp>
      <p:sp>
        <p:nvSpPr>
          <p:cNvPr id="7" name="Content Placeholder 9"/>
          <p:cNvSpPr>
            <a:spLocks noGrp="1"/>
          </p:cNvSpPr>
          <p:nvPr>
            <p:ph sz="quarter" idx="12" hasCustomPrompt="1"/>
          </p:nvPr>
        </p:nvSpPr>
        <p:spPr>
          <a:xfrm>
            <a:off x="4788024" y="1124743"/>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8" name="Content Placeholder 9"/>
          <p:cNvSpPr>
            <a:spLocks noGrp="1"/>
          </p:cNvSpPr>
          <p:nvPr>
            <p:ph sz="quarter" idx="13" hasCustomPrompt="1"/>
          </p:nvPr>
        </p:nvSpPr>
        <p:spPr>
          <a:xfrm>
            <a:off x="4786367" y="3816002"/>
            <a:ext cx="3953704" cy="2448000"/>
          </a:xfrm>
        </p:spPr>
        <p:txBody>
          <a:bodyPr>
            <a:normAutofit/>
          </a:bodyPr>
          <a:lstStyle>
            <a:lvl1pPr>
              <a:defRPr baseline="0"/>
            </a:lvl1pPr>
          </a:lstStyle>
          <a:p>
            <a:pPr lvl="0"/>
            <a:r>
              <a:rPr lang="en-US" dirty="0"/>
              <a:t>Click to add text – or click an icon to add content</a:t>
            </a:r>
            <a:endParaRPr lang="da-DK" dirty="0"/>
          </a:p>
        </p:txBody>
      </p:sp>
      <p:pic>
        <p:nvPicPr>
          <p:cNvPr id="11"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674405617"/>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4788026" y="1124743"/>
            <a:ext cx="3960687" cy="5139531"/>
          </a:xfrm>
        </p:spPr>
        <p:txBody>
          <a:bodyPr>
            <a:normAutofit/>
          </a:bodyPr>
          <a:lstStyle>
            <a:lvl1pPr>
              <a:defRPr baseline="0"/>
            </a:lvl1pPr>
          </a:lstStyle>
          <a:p>
            <a:pPr lvl="0"/>
            <a:r>
              <a:rPr lang="en-US" dirty="0"/>
              <a:t>Click to add text – or click an icon to add content</a:t>
            </a:r>
            <a:endParaRPr lang="da-DK" dirty="0"/>
          </a:p>
        </p:txBody>
      </p:sp>
      <p:sp>
        <p:nvSpPr>
          <p:cNvPr id="11" name="Content Placeholder 9"/>
          <p:cNvSpPr>
            <a:spLocks noGrp="1"/>
          </p:cNvSpPr>
          <p:nvPr>
            <p:ph sz="quarter" idx="12" hasCustomPrompt="1"/>
          </p:nvPr>
        </p:nvSpPr>
        <p:spPr>
          <a:xfrm>
            <a:off x="396945" y="1124743"/>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2" name="Content Placeholder 9"/>
          <p:cNvSpPr>
            <a:spLocks noGrp="1"/>
          </p:cNvSpPr>
          <p:nvPr>
            <p:ph sz="quarter" idx="13" hasCustomPrompt="1"/>
          </p:nvPr>
        </p:nvSpPr>
        <p:spPr>
          <a:xfrm>
            <a:off x="395288" y="3816002"/>
            <a:ext cx="3953704" cy="2448000"/>
          </a:xfrm>
        </p:spPr>
        <p:txBody>
          <a:bodyPr>
            <a:normAutofit/>
          </a:bodyPr>
          <a:lstStyle>
            <a:lvl1pPr>
              <a:defRPr baseline="0"/>
            </a:lvl1pPr>
          </a:lstStyle>
          <a:p>
            <a:pPr lvl="0"/>
            <a:r>
              <a:rPr lang="en-US" dirty="0"/>
              <a:t>Click to add text – or click an icon to add content</a:t>
            </a:r>
            <a:endParaRPr lang="da-DK" dirty="0"/>
          </a:p>
        </p:txBody>
      </p:sp>
      <p:pic>
        <p:nvPicPr>
          <p:cNvPr id="13"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885730283"/>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1" name="Content Placeholder 9"/>
          <p:cNvSpPr>
            <a:spLocks noGrp="1"/>
          </p:cNvSpPr>
          <p:nvPr>
            <p:ph sz="quarter" idx="15" hasCustomPrompt="1"/>
          </p:nvPr>
        </p:nvSpPr>
        <p:spPr>
          <a:xfrm>
            <a:off x="395288" y="3816002"/>
            <a:ext cx="8344783" cy="2448000"/>
          </a:xfrm>
        </p:spPr>
        <p:txBody>
          <a:bodyPr>
            <a:normAutofit/>
          </a:bodyPr>
          <a:lstStyle>
            <a:lvl1pPr>
              <a:defRPr baseline="0"/>
            </a:lvl1pPr>
          </a:lstStyle>
          <a:p>
            <a:pPr lvl="0"/>
            <a:r>
              <a:rPr lang="en-US" dirty="0"/>
              <a:t>Click to add text – or click an icon to add content</a:t>
            </a:r>
            <a:endParaRPr lang="da-DK" dirty="0"/>
          </a:p>
        </p:txBody>
      </p:sp>
      <p:sp>
        <p:nvSpPr>
          <p:cNvPr id="12" name="Content Placeholder 9"/>
          <p:cNvSpPr>
            <a:spLocks noGrp="1"/>
          </p:cNvSpPr>
          <p:nvPr>
            <p:ph sz="quarter" idx="12" hasCustomPrompt="1"/>
          </p:nvPr>
        </p:nvSpPr>
        <p:spPr>
          <a:xfrm>
            <a:off x="4788024" y="1124743"/>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3" name="Content Placeholder 9"/>
          <p:cNvSpPr>
            <a:spLocks noGrp="1"/>
          </p:cNvSpPr>
          <p:nvPr>
            <p:ph sz="quarter" idx="16" hasCustomPrompt="1"/>
          </p:nvPr>
        </p:nvSpPr>
        <p:spPr>
          <a:xfrm>
            <a:off x="395288" y="1124744"/>
            <a:ext cx="3960689" cy="2448273"/>
          </a:xfrm>
        </p:spPr>
        <p:txBody>
          <a:bodyPr>
            <a:normAutofit/>
          </a:bodyPr>
          <a:lstStyle>
            <a:lvl1pPr>
              <a:defRPr baseline="0"/>
            </a:lvl1pPr>
          </a:lstStyle>
          <a:p>
            <a:pPr lvl="0"/>
            <a:r>
              <a:rPr lang="en-US" dirty="0"/>
              <a:t>Click to add text – or click an icon to add content</a:t>
            </a:r>
            <a:endParaRPr lang="da-DK" dirty="0"/>
          </a:p>
        </p:txBody>
      </p:sp>
      <p:pic>
        <p:nvPicPr>
          <p:cNvPr id="14"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569829573"/>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2" name="Content Placeholder 9"/>
          <p:cNvSpPr>
            <a:spLocks noGrp="1"/>
          </p:cNvSpPr>
          <p:nvPr>
            <p:ph sz="quarter" idx="12" hasCustomPrompt="1"/>
          </p:nvPr>
        </p:nvSpPr>
        <p:spPr>
          <a:xfrm>
            <a:off x="4788024" y="3815729"/>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3" name="Content Placeholder 9"/>
          <p:cNvSpPr>
            <a:spLocks noGrp="1"/>
          </p:cNvSpPr>
          <p:nvPr>
            <p:ph sz="quarter" idx="16" hasCustomPrompt="1"/>
          </p:nvPr>
        </p:nvSpPr>
        <p:spPr>
          <a:xfrm>
            <a:off x="395288" y="3815730"/>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0" name="Content Placeholder 9"/>
          <p:cNvSpPr>
            <a:spLocks noGrp="1"/>
          </p:cNvSpPr>
          <p:nvPr>
            <p:ph sz="quarter" idx="17" hasCustomPrompt="1"/>
          </p:nvPr>
        </p:nvSpPr>
        <p:spPr>
          <a:xfrm>
            <a:off x="395288" y="1124743"/>
            <a:ext cx="8353425" cy="2448273"/>
          </a:xfrm>
        </p:spPr>
        <p:txBody>
          <a:bodyPr>
            <a:normAutofit/>
          </a:bodyPr>
          <a:lstStyle>
            <a:lvl1pPr>
              <a:defRPr baseline="0"/>
            </a:lvl1pPr>
          </a:lstStyle>
          <a:p>
            <a:pPr lvl="0"/>
            <a:r>
              <a:rPr lang="en-US" dirty="0"/>
              <a:t>Click to add text – or click an icon to add content</a:t>
            </a:r>
            <a:endParaRPr lang="da-DK" dirty="0"/>
          </a:p>
        </p:txBody>
      </p:sp>
      <p:pic>
        <p:nvPicPr>
          <p:cNvPr id="14"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95363092"/>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Tomt">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0CF1441-571F-4DB9-B718-086588B04BCE}" type="datetimeFigureOut">
              <a:rPr lang="da-DK"/>
              <a:pPr>
                <a:defRPr/>
              </a:pPr>
              <a:t>25-02-2025</a:t>
            </a:fld>
            <a:endParaRPr lang="da-DK"/>
          </a:p>
        </p:txBody>
      </p:sp>
      <p:sp>
        <p:nvSpPr>
          <p:cNvPr id="3" name="Footer Placeholder 4"/>
          <p:cNvSpPr>
            <a:spLocks noGrp="1"/>
          </p:cNvSpPr>
          <p:nvPr>
            <p:ph type="ftr" sz="quarter" idx="11"/>
          </p:nvPr>
        </p:nvSpPr>
        <p:spPr/>
        <p:txBody>
          <a:bodyPr/>
          <a:lstStyle>
            <a:lvl1pPr>
              <a:defRPr/>
            </a:lvl1pPr>
          </a:lstStyle>
          <a:p>
            <a:pPr>
              <a:defRPr/>
            </a:pPr>
            <a:endParaRPr lang="da-DK"/>
          </a:p>
        </p:txBody>
      </p:sp>
      <p:sp>
        <p:nvSpPr>
          <p:cNvPr id="4" name="Slide Number Placeholder 5"/>
          <p:cNvSpPr>
            <a:spLocks noGrp="1"/>
          </p:cNvSpPr>
          <p:nvPr>
            <p:ph type="sldNum" sz="quarter" idx="12"/>
          </p:nvPr>
        </p:nvSpPr>
        <p:spPr/>
        <p:txBody>
          <a:bodyPr/>
          <a:lstStyle>
            <a:lvl1pPr>
              <a:defRPr/>
            </a:lvl1pPr>
          </a:lstStyle>
          <a:p>
            <a:fld id="{5CDCA0B3-AFA5-41AB-91DB-63ED08E71420}" type="slidenum">
              <a:rPr lang="da-DK" altLang="da-DK"/>
              <a:pPr/>
              <a:t>‹#›</a:t>
            </a:fld>
            <a:endParaRPr lang="da-DK" altLang="da-DK"/>
          </a:p>
        </p:txBody>
      </p:sp>
    </p:spTree>
    <p:extLst>
      <p:ext uri="{BB962C8B-B14F-4D97-AF65-F5344CB8AC3E}">
        <p14:creationId xmlns:p14="http://schemas.microsoft.com/office/powerpoint/2010/main" val="2065951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460" name="Text Placeholder 2"/>
          <p:cNvSpPr>
            <a:spLocks noGrp="1"/>
          </p:cNvSpPr>
          <p:nvPr>
            <p:ph type="body" idx="1"/>
          </p:nvPr>
        </p:nvSpPr>
        <p:spPr bwMode="auto">
          <a:xfrm>
            <a:off x="395288" y="333375"/>
            <a:ext cx="8353425" cy="619124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a:p>
            <a:pPr lvl="1"/>
            <a:endParaRPr lang="en-US" dirty="0"/>
          </a:p>
        </p:txBody>
      </p:sp>
    </p:spTree>
    <p:extLst>
      <p:ext uri="{BB962C8B-B14F-4D97-AF65-F5344CB8AC3E}">
        <p14:creationId xmlns:p14="http://schemas.microsoft.com/office/powerpoint/2010/main" val="2635023368"/>
      </p:ext>
    </p:extLst>
  </p:cSld>
  <p:clrMap bg1="lt1" tx1="dk1" bg2="lt2" tx2="dk2" accent1="accent1" accent2="accent2" accent3="accent3" accent4="accent4" accent5="accent5" accent6="accent6" hlink="hlink" folHlink="folHlink"/>
  <p:sldLayoutIdLst>
    <p:sldLayoutId id="2147483661" r:id="rId1"/>
    <p:sldLayoutId id="2147483669" r:id="rId2"/>
    <p:sldLayoutId id="2147483670" r:id="rId3"/>
    <p:sldLayoutId id="2147483676" r:id="rId4"/>
    <p:sldLayoutId id="2147483672" r:id="rId5"/>
    <p:sldLayoutId id="2147483671" r:id="rId6"/>
    <p:sldLayoutId id="2147483675" r:id="rId7"/>
    <p:sldLayoutId id="2147483673" r:id="rId8"/>
    <p:sldLayoutId id="2147483674" r:id="rId9"/>
    <p:sldLayoutId id="2147483677" r:id="rId10"/>
  </p:sldLayoutIdLst>
  <p:hf sldNum="0" hdr="0" dt="0"/>
  <p:txStyles>
    <p:titleStyle>
      <a:lvl1pPr algn="l" defTabSz="914258" rtl="0" eaLnBrk="1" fontAlgn="base" hangingPunct="1">
        <a:lnSpc>
          <a:spcPct val="100000"/>
        </a:lnSpc>
        <a:spcBef>
          <a:spcPct val="0"/>
        </a:spcBef>
        <a:spcAft>
          <a:spcPct val="0"/>
        </a:spcAft>
        <a:defRPr sz="3200" b="1" kern="1200">
          <a:solidFill>
            <a:srgbClr val="4967AA"/>
          </a:solidFill>
          <a:latin typeface="+mj-lt"/>
          <a:ea typeface="+mj-ea"/>
          <a:cs typeface="+mj-cs"/>
        </a:defRPr>
      </a:lvl1pPr>
      <a:lvl2pPr algn="l" defTabSz="914258" rtl="0" eaLnBrk="1" fontAlgn="base" hangingPunct="1">
        <a:lnSpc>
          <a:spcPts val="3050"/>
        </a:lnSpc>
        <a:spcBef>
          <a:spcPct val="0"/>
        </a:spcBef>
        <a:spcAft>
          <a:spcPct val="0"/>
        </a:spcAft>
        <a:defRPr sz="2200" b="1">
          <a:solidFill>
            <a:schemeClr val="tx2"/>
          </a:solidFill>
          <a:latin typeface="Arial" charset="0"/>
        </a:defRPr>
      </a:lvl2pPr>
      <a:lvl3pPr algn="l" defTabSz="914258" rtl="0" eaLnBrk="1" fontAlgn="base" hangingPunct="1">
        <a:lnSpc>
          <a:spcPts val="3050"/>
        </a:lnSpc>
        <a:spcBef>
          <a:spcPct val="0"/>
        </a:spcBef>
        <a:spcAft>
          <a:spcPct val="0"/>
        </a:spcAft>
        <a:defRPr sz="2200" b="1">
          <a:solidFill>
            <a:schemeClr val="tx2"/>
          </a:solidFill>
          <a:latin typeface="Arial" charset="0"/>
        </a:defRPr>
      </a:lvl3pPr>
      <a:lvl4pPr algn="l" defTabSz="914258" rtl="0" eaLnBrk="1" fontAlgn="base" hangingPunct="1">
        <a:lnSpc>
          <a:spcPts val="3050"/>
        </a:lnSpc>
        <a:spcBef>
          <a:spcPct val="0"/>
        </a:spcBef>
        <a:spcAft>
          <a:spcPct val="0"/>
        </a:spcAft>
        <a:defRPr sz="2200" b="1">
          <a:solidFill>
            <a:schemeClr val="tx2"/>
          </a:solidFill>
          <a:latin typeface="Arial" charset="0"/>
        </a:defRPr>
      </a:lvl4pPr>
      <a:lvl5pPr algn="l" defTabSz="914258" rtl="0" eaLnBrk="1" fontAlgn="base" hangingPunct="1">
        <a:lnSpc>
          <a:spcPts val="3050"/>
        </a:lnSpc>
        <a:spcBef>
          <a:spcPct val="0"/>
        </a:spcBef>
        <a:spcAft>
          <a:spcPct val="0"/>
        </a:spcAft>
        <a:defRPr sz="2200" b="1">
          <a:solidFill>
            <a:schemeClr val="tx2"/>
          </a:solidFill>
          <a:latin typeface="Arial" charset="0"/>
        </a:defRPr>
      </a:lvl5pPr>
      <a:lvl6pPr marL="410134" algn="l" rtl="0" eaLnBrk="1" fontAlgn="base" hangingPunct="1">
        <a:spcBef>
          <a:spcPct val="0"/>
        </a:spcBef>
        <a:spcAft>
          <a:spcPct val="0"/>
        </a:spcAft>
        <a:defRPr sz="2200" b="1">
          <a:solidFill>
            <a:schemeClr val="accent1"/>
          </a:solidFill>
          <a:latin typeface="Arial" charset="0"/>
        </a:defRPr>
      </a:lvl6pPr>
      <a:lvl7pPr marL="820269" algn="l" rtl="0" eaLnBrk="1" fontAlgn="base" hangingPunct="1">
        <a:spcBef>
          <a:spcPct val="0"/>
        </a:spcBef>
        <a:spcAft>
          <a:spcPct val="0"/>
        </a:spcAft>
        <a:defRPr sz="2200" b="1">
          <a:solidFill>
            <a:schemeClr val="accent1"/>
          </a:solidFill>
          <a:latin typeface="Arial" charset="0"/>
        </a:defRPr>
      </a:lvl7pPr>
      <a:lvl8pPr marL="1230403" algn="l" rtl="0" eaLnBrk="1" fontAlgn="base" hangingPunct="1">
        <a:spcBef>
          <a:spcPct val="0"/>
        </a:spcBef>
        <a:spcAft>
          <a:spcPct val="0"/>
        </a:spcAft>
        <a:defRPr sz="2200" b="1">
          <a:solidFill>
            <a:schemeClr val="accent1"/>
          </a:solidFill>
          <a:latin typeface="Arial" charset="0"/>
        </a:defRPr>
      </a:lvl8pPr>
      <a:lvl9pPr marL="1640536" algn="l" rtl="0" eaLnBrk="1" fontAlgn="base" hangingPunct="1">
        <a:spcBef>
          <a:spcPct val="0"/>
        </a:spcBef>
        <a:spcAft>
          <a:spcPct val="0"/>
        </a:spcAft>
        <a:defRPr sz="2200" b="1">
          <a:solidFill>
            <a:schemeClr val="accent1"/>
          </a:solidFill>
          <a:latin typeface="Arial" charset="0"/>
        </a:defRPr>
      </a:lvl9pPr>
    </p:titleStyle>
    <p:bodyStyle>
      <a:lvl1pPr marL="0" indent="0" algn="l" defTabSz="914258" rtl="0" eaLnBrk="1" fontAlgn="base" hangingPunct="1">
        <a:spcBef>
          <a:spcPct val="0"/>
        </a:spcBef>
        <a:spcAft>
          <a:spcPts val="300"/>
        </a:spcAft>
        <a:buFont typeface="Arial" charset="0"/>
        <a:defRPr lang="en-US" sz="2000" kern="1200" dirty="0">
          <a:solidFill>
            <a:schemeClr val="tx1"/>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p:bodyStyle>
    <p:otherStyle>
      <a:defPPr>
        <a:defRPr lang="en-US"/>
      </a:defPPr>
      <a:lvl1pPr marL="0" algn="l" defTabSz="820269" rtl="0" eaLnBrk="1" latinLnBrk="0" hangingPunct="1">
        <a:defRPr sz="1600" kern="1200">
          <a:solidFill>
            <a:schemeClr val="tx1"/>
          </a:solidFill>
          <a:latin typeface="+mn-lt"/>
          <a:ea typeface="+mn-ea"/>
          <a:cs typeface="+mn-cs"/>
        </a:defRPr>
      </a:lvl1pPr>
      <a:lvl2pPr marL="410134" algn="l" defTabSz="820269" rtl="0" eaLnBrk="1" latinLnBrk="0" hangingPunct="1">
        <a:defRPr sz="1600" kern="1200">
          <a:solidFill>
            <a:schemeClr val="tx1"/>
          </a:solidFill>
          <a:latin typeface="+mn-lt"/>
          <a:ea typeface="+mn-ea"/>
          <a:cs typeface="+mn-cs"/>
        </a:defRPr>
      </a:lvl2pPr>
      <a:lvl3pPr marL="820269" algn="l" defTabSz="820269" rtl="0" eaLnBrk="1" latinLnBrk="0" hangingPunct="1">
        <a:defRPr sz="1600" kern="1200">
          <a:solidFill>
            <a:schemeClr val="tx1"/>
          </a:solidFill>
          <a:latin typeface="+mn-lt"/>
          <a:ea typeface="+mn-ea"/>
          <a:cs typeface="+mn-cs"/>
        </a:defRPr>
      </a:lvl3pPr>
      <a:lvl4pPr marL="1230403" algn="l" defTabSz="820269" rtl="0" eaLnBrk="1" latinLnBrk="0" hangingPunct="1">
        <a:defRPr sz="1600" kern="1200">
          <a:solidFill>
            <a:schemeClr val="tx1"/>
          </a:solidFill>
          <a:latin typeface="+mn-lt"/>
          <a:ea typeface="+mn-ea"/>
          <a:cs typeface="+mn-cs"/>
        </a:defRPr>
      </a:lvl4pPr>
      <a:lvl5pPr marL="1640536" algn="l" defTabSz="820269" rtl="0" eaLnBrk="1" latinLnBrk="0" hangingPunct="1">
        <a:defRPr sz="1600" kern="1200">
          <a:solidFill>
            <a:schemeClr val="tx1"/>
          </a:solidFill>
          <a:latin typeface="+mn-lt"/>
          <a:ea typeface="+mn-ea"/>
          <a:cs typeface="+mn-cs"/>
        </a:defRPr>
      </a:lvl5pPr>
      <a:lvl6pPr marL="2050670" algn="l" defTabSz="820269" rtl="0" eaLnBrk="1" latinLnBrk="0" hangingPunct="1">
        <a:defRPr sz="1600" kern="1200">
          <a:solidFill>
            <a:schemeClr val="tx1"/>
          </a:solidFill>
          <a:latin typeface="+mn-lt"/>
          <a:ea typeface="+mn-ea"/>
          <a:cs typeface="+mn-cs"/>
        </a:defRPr>
      </a:lvl6pPr>
      <a:lvl7pPr marL="2460804" algn="l" defTabSz="820269" rtl="0" eaLnBrk="1" latinLnBrk="0" hangingPunct="1">
        <a:defRPr sz="1600" kern="1200">
          <a:solidFill>
            <a:schemeClr val="tx1"/>
          </a:solidFill>
          <a:latin typeface="+mn-lt"/>
          <a:ea typeface="+mn-ea"/>
          <a:cs typeface="+mn-cs"/>
        </a:defRPr>
      </a:lvl7pPr>
      <a:lvl8pPr marL="2870939" algn="l" defTabSz="820269" rtl="0" eaLnBrk="1" latinLnBrk="0" hangingPunct="1">
        <a:defRPr sz="1600" kern="1200">
          <a:solidFill>
            <a:schemeClr val="tx1"/>
          </a:solidFill>
          <a:latin typeface="+mn-lt"/>
          <a:ea typeface="+mn-ea"/>
          <a:cs typeface="+mn-cs"/>
        </a:defRPr>
      </a:lvl8pPr>
      <a:lvl9pPr marL="3281073" algn="l" defTabSz="820269"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ocs.google.com/presentation/d/1EDspcIuD-JZB3SE0n-e7EAWALg01AEKD6DgZHh4OlOg/edit?usp=shar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webp"/><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8.webp"/><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docs.google.com/presentation/d/1EDspcIuD-JZB3SE0n-e7EAWALg01AEKD6DgZHh4OlOg/edit?usp=sharing"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docs.google.com/presentation/d/1EDspcIuD-JZB3SE0n-e7EAWALg01AEKD6DgZHh4OlOg/edit?usp=sharing"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1075648"/>
            <a:ext cx="5634626" cy="3073432"/>
          </a:xfrm>
          <a:prstGeom prst="rect">
            <a:avLst/>
          </a:prstGeom>
        </p:spPr>
      </p:pic>
      <p:sp>
        <p:nvSpPr>
          <p:cNvPr id="2" name="Text Placeholder 1"/>
          <p:cNvSpPr>
            <a:spLocks noGrp="1"/>
          </p:cNvSpPr>
          <p:nvPr>
            <p:ph type="body" sz="quarter" idx="10"/>
          </p:nvPr>
        </p:nvSpPr>
        <p:spPr>
          <a:xfrm>
            <a:off x="395288" y="764704"/>
            <a:ext cx="8353425" cy="288032"/>
          </a:xfrm>
        </p:spPr>
        <p:txBody>
          <a:bodyPr/>
          <a:lstStyle/>
          <a:p>
            <a:r>
              <a:rPr lang="en-US" dirty="0" err="1">
                <a:latin typeface="CBS NEW" panose="02000506080000020004" pitchFamily="2" charset="0"/>
              </a:rPr>
              <a:t>Virksomhedsstrategi</a:t>
            </a:r>
            <a:r>
              <a:rPr lang="en-US" dirty="0">
                <a:latin typeface="CBS NEW" panose="02000506080000020004" pitchFamily="2" charset="0"/>
              </a:rPr>
              <a:t> </a:t>
            </a:r>
            <a:r>
              <a:rPr lang="en-US" dirty="0" err="1">
                <a:latin typeface="CBS NEW" panose="02000506080000020004" pitchFamily="2" charset="0"/>
              </a:rPr>
              <a:t>i</a:t>
            </a:r>
            <a:r>
              <a:rPr lang="en-US" dirty="0">
                <a:latin typeface="CBS NEW" panose="02000506080000020004" pitchFamily="2" charset="0"/>
              </a:rPr>
              <a:t> et </a:t>
            </a:r>
            <a:r>
              <a:rPr lang="en-US" dirty="0" err="1">
                <a:latin typeface="CBS NEW" panose="02000506080000020004" pitchFamily="2" charset="0"/>
              </a:rPr>
              <a:t>netværksperspektiv</a:t>
            </a:r>
            <a:r>
              <a:rPr lang="en-US" dirty="0">
                <a:latin typeface="CBS NEW" panose="02000506080000020004" pitchFamily="2" charset="0"/>
              </a:rPr>
              <a:t>, </a:t>
            </a:r>
            <a:r>
              <a:rPr lang="en-US" dirty="0" err="1">
                <a:latin typeface="CBS NEW" panose="02000506080000020004" pitchFamily="2" charset="0"/>
              </a:rPr>
              <a:t>Forelæsning</a:t>
            </a:r>
            <a:r>
              <a:rPr lang="en-US" dirty="0">
                <a:latin typeface="CBS NEW" panose="02000506080000020004" pitchFamily="2" charset="0"/>
              </a:rPr>
              <a:t> #9, 27. </a:t>
            </a:r>
            <a:r>
              <a:rPr lang="en-US" dirty="0" err="1">
                <a:latin typeface="CBS NEW" panose="02000506080000020004" pitchFamily="2" charset="0"/>
              </a:rPr>
              <a:t>februar</a:t>
            </a:r>
            <a:r>
              <a:rPr lang="en-US" dirty="0">
                <a:latin typeface="CBS NEW" panose="02000506080000020004" pitchFamily="2" charset="0"/>
              </a:rPr>
              <a:t> 2025</a:t>
            </a:r>
          </a:p>
        </p:txBody>
      </p:sp>
      <p:sp>
        <p:nvSpPr>
          <p:cNvPr id="3" name="Text Placeholder 2"/>
          <p:cNvSpPr>
            <a:spLocks noGrp="1"/>
          </p:cNvSpPr>
          <p:nvPr>
            <p:ph type="body" sz="quarter" idx="11"/>
          </p:nvPr>
        </p:nvSpPr>
        <p:spPr>
          <a:xfrm>
            <a:off x="395288" y="4365104"/>
            <a:ext cx="8353425" cy="648072"/>
          </a:xfrm>
        </p:spPr>
        <p:txBody>
          <a:bodyPr/>
          <a:lstStyle/>
          <a:p>
            <a:r>
              <a:rPr lang="en-US" sz="6000" dirty="0" err="1">
                <a:latin typeface="CBS NEW" panose="02000506080000020004" pitchFamily="2" charset="0"/>
              </a:rPr>
              <a:t>Netværksstrategi</a:t>
            </a:r>
            <a:endParaRPr lang="en-US" sz="6000" dirty="0">
              <a:latin typeface="CBS NEW" panose="02000506080000020004" pitchFamily="2" charset="0"/>
            </a:endParaRPr>
          </a:p>
        </p:txBody>
      </p:sp>
      <p:sp>
        <p:nvSpPr>
          <p:cNvPr id="4" name="Text Placeholder 3"/>
          <p:cNvSpPr>
            <a:spLocks noGrp="1"/>
          </p:cNvSpPr>
          <p:nvPr>
            <p:ph type="body" sz="quarter" idx="12"/>
          </p:nvPr>
        </p:nvSpPr>
        <p:spPr>
          <a:xfrm>
            <a:off x="395288" y="5373216"/>
            <a:ext cx="8353425" cy="503709"/>
          </a:xfrm>
        </p:spPr>
        <p:txBody>
          <a:bodyPr/>
          <a:lstStyle/>
          <a:p>
            <a:r>
              <a:rPr lang="en-US" dirty="0">
                <a:latin typeface="CBS NEW" panose="02000506080000020004" pitchFamily="2" charset="0"/>
              </a:rPr>
              <a:t>Christoph Ellersgaard</a:t>
            </a:r>
          </a:p>
          <a:p>
            <a:r>
              <a:rPr lang="en-US" dirty="0" err="1">
                <a:latin typeface="CBS NEW" panose="02000506080000020004" pitchFamily="2" charset="0"/>
              </a:rPr>
              <a:t>Lektor</a:t>
            </a:r>
            <a:r>
              <a:rPr lang="en-US" dirty="0">
                <a:latin typeface="CBS NEW" panose="02000506080000020004" pitchFamily="2" charset="0"/>
              </a:rPr>
              <a:t> </a:t>
            </a:r>
            <a:r>
              <a:rPr lang="en-US" dirty="0" err="1">
                <a:latin typeface="CBS NEW" panose="02000506080000020004" pitchFamily="2" charset="0"/>
              </a:rPr>
              <a:t>ved</a:t>
            </a:r>
            <a:r>
              <a:rPr lang="en-US" dirty="0">
                <a:latin typeface="CBS NEW" panose="02000506080000020004" pitchFamily="2" charset="0"/>
              </a:rPr>
              <a:t> Department of Organization, Copenhagen Business School</a:t>
            </a:r>
          </a:p>
          <a:p>
            <a:endParaRPr lang="en-US" dirty="0"/>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r>
              <a:rPr lang="da-DK" sz="2800" dirty="0">
                <a:latin typeface="CBS NEW" panose="02000506080000020004" pitchFamily="2" charset="0"/>
              </a:rPr>
              <a:t>Økonomisk handlen som indlejret i netværk</a:t>
            </a:r>
          </a:p>
        </p:txBody>
      </p:sp>
    </p:spTree>
    <p:extLst>
      <p:ext uri="{BB962C8B-B14F-4D97-AF65-F5344CB8AC3E}">
        <p14:creationId xmlns:p14="http://schemas.microsoft.com/office/powerpoint/2010/main" val="322925922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Program</a:t>
            </a:r>
          </a:p>
        </p:txBody>
      </p:sp>
      <p:sp>
        <p:nvSpPr>
          <p:cNvPr id="3" name="Content Placeholder 2"/>
          <p:cNvSpPr>
            <a:spLocks noGrp="1"/>
          </p:cNvSpPr>
          <p:nvPr>
            <p:ph sz="quarter" idx="11"/>
          </p:nvPr>
        </p:nvSpPr>
        <p:spPr/>
        <p:txBody>
          <a:bodyPr/>
          <a:lstStyle/>
          <a:p>
            <a:pPr marL="514350" indent="-514350">
              <a:buAutoNum type="arabicPeriod"/>
            </a:pPr>
            <a:r>
              <a:rPr lang="da-DK" sz="3200" dirty="0">
                <a:latin typeface="CBS NEW" panose="02000506080000020004" pitchFamily="2" charset="0"/>
              </a:rPr>
              <a:t>time:</a:t>
            </a:r>
          </a:p>
          <a:p>
            <a:pPr marL="514350" indent="-514350">
              <a:buFont typeface="CBS NEW" panose="02000506080000020004" pitchFamily="2" charset="0"/>
              <a:buChar char="—"/>
            </a:pPr>
            <a:r>
              <a:rPr lang="da-DK" sz="3200" dirty="0" err="1">
                <a:latin typeface="CBS NEW" panose="02000506080000020004" pitchFamily="2" charset="0"/>
              </a:rPr>
              <a:t>Granovetter</a:t>
            </a:r>
            <a:r>
              <a:rPr lang="da-DK" sz="3200" dirty="0">
                <a:latin typeface="CBS NEW" panose="02000506080000020004" pitchFamily="2" charset="0"/>
              </a:rPr>
              <a:t> og netværksindlejring</a:t>
            </a:r>
          </a:p>
          <a:p>
            <a:r>
              <a:rPr lang="da-DK" sz="3200" dirty="0">
                <a:latin typeface="CBS NEW" panose="02000506080000020004" pitchFamily="2" charset="0"/>
              </a:rPr>
              <a:t>2. time:</a:t>
            </a:r>
          </a:p>
          <a:p>
            <a:pPr marL="457200" indent="-457200">
              <a:buFont typeface="CBS NEW" panose="02000506080000020004" pitchFamily="2" charset="0"/>
              <a:buChar char="—"/>
            </a:pPr>
            <a:r>
              <a:rPr lang="en-US" sz="3200" dirty="0" err="1">
                <a:latin typeface="CBS NEW" panose="02000506080000020004" pitchFamily="2" charset="0"/>
              </a:rPr>
              <a:t>Uzzi</a:t>
            </a:r>
            <a:r>
              <a:rPr lang="en-US" sz="3200" dirty="0">
                <a:latin typeface="CBS NEW" panose="02000506080000020004" pitchFamily="2" charset="0"/>
              </a:rPr>
              <a:t> og </a:t>
            </a:r>
            <a:r>
              <a:rPr lang="en-US" sz="3200" dirty="0" err="1">
                <a:latin typeface="CBS NEW" panose="02000506080000020004" pitchFamily="2" charset="0"/>
              </a:rPr>
              <a:t>overindlejring</a:t>
            </a:r>
            <a:endParaRPr lang="da-DK" sz="3200" dirty="0">
              <a:latin typeface="CBS NEW" panose="02000506080000020004" pitchFamily="2" charset="0"/>
            </a:endParaRPr>
          </a:p>
          <a:p>
            <a:pPr marL="457200" indent="-457200">
              <a:buFont typeface="CBS NEW" panose="02000506080000020004" pitchFamily="2" charset="0"/>
              <a:buChar char="—"/>
            </a:pPr>
            <a:r>
              <a:rPr lang="da-DK" sz="3200" dirty="0">
                <a:latin typeface="CBS NEW" panose="02000506080000020004" pitchFamily="2" charset="0"/>
              </a:rPr>
              <a:t>Stark &amp; </a:t>
            </a:r>
            <a:r>
              <a:rPr lang="da-DK" sz="3200" dirty="0" err="1">
                <a:latin typeface="CBS NEW" panose="02000506080000020004" pitchFamily="2" charset="0"/>
              </a:rPr>
              <a:t>Vedres</a:t>
            </a:r>
            <a:r>
              <a:rPr lang="da-DK" sz="3200" dirty="0">
                <a:latin typeface="CBS NEW" panose="02000506080000020004" pitchFamily="2" charset="0"/>
              </a:rPr>
              <a:t> og strukturelle huller</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2961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en-US" dirty="0" err="1">
                <a:latin typeface="CBS NEW" panose="02000506080000020004" pitchFamily="2" charset="0"/>
              </a:rPr>
              <a:t>Virksomhedsstrategi</a:t>
            </a:r>
            <a:r>
              <a:rPr lang="en-US" dirty="0">
                <a:latin typeface="CBS NEW" panose="02000506080000020004" pitchFamily="2" charset="0"/>
              </a:rPr>
              <a:t> </a:t>
            </a:r>
            <a:r>
              <a:rPr lang="en-US" dirty="0" err="1">
                <a:latin typeface="CBS NEW" panose="02000506080000020004" pitchFamily="2" charset="0"/>
              </a:rPr>
              <a:t>i</a:t>
            </a:r>
            <a:r>
              <a:rPr lang="en-US" dirty="0">
                <a:latin typeface="CBS NEW" panose="02000506080000020004" pitchFamily="2" charset="0"/>
              </a:rPr>
              <a:t> et </a:t>
            </a:r>
            <a:r>
              <a:rPr lang="en-US" dirty="0" err="1">
                <a:latin typeface="CBS NEW" panose="02000506080000020004" pitchFamily="2" charset="0"/>
              </a:rPr>
              <a:t>netværksperspektiv</a:t>
            </a:r>
            <a:r>
              <a:rPr lang="en-US" dirty="0">
                <a:latin typeface="CBS NEW" panose="02000506080000020004" pitchFamily="2" charset="0"/>
              </a:rPr>
              <a:t>, </a:t>
            </a:r>
            <a:r>
              <a:rPr lang="en-US" dirty="0" err="1">
                <a:latin typeface="CBS NEW" panose="02000506080000020004" pitchFamily="2" charset="0"/>
              </a:rPr>
              <a:t>Forelæsning</a:t>
            </a:r>
            <a:r>
              <a:rPr lang="en-US" dirty="0">
                <a:latin typeface="CBS NEW" panose="02000506080000020004" pitchFamily="2" charset="0"/>
              </a:rPr>
              <a:t> #9, 27. </a:t>
            </a:r>
            <a:r>
              <a:rPr lang="en-US" dirty="0" err="1">
                <a:latin typeface="CBS NEW" panose="02000506080000020004" pitchFamily="2" charset="0"/>
              </a:rPr>
              <a:t>februar</a:t>
            </a:r>
            <a:r>
              <a:rPr lang="en-US" dirty="0">
                <a:latin typeface="CBS NEW" panose="02000506080000020004" pitchFamily="2" charset="0"/>
              </a:rPr>
              <a:t> 2025</a:t>
            </a:r>
          </a:p>
        </p:txBody>
      </p:sp>
      <p:sp>
        <p:nvSpPr>
          <p:cNvPr id="3" name="Text Placeholder 2"/>
          <p:cNvSpPr>
            <a:spLocks noGrp="1"/>
          </p:cNvSpPr>
          <p:nvPr>
            <p:ph type="body" sz="quarter" idx="11"/>
          </p:nvPr>
        </p:nvSpPr>
        <p:spPr>
          <a:xfrm>
            <a:off x="395288" y="4365104"/>
            <a:ext cx="8353425" cy="648072"/>
          </a:xfrm>
        </p:spPr>
        <p:txBody>
          <a:bodyPr/>
          <a:lstStyle/>
          <a:p>
            <a:r>
              <a:rPr lang="en-US" sz="5400" dirty="0">
                <a:latin typeface="CBS NEW" panose="02000506080000020004" pitchFamily="2" charset="0"/>
              </a:rPr>
              <a:t>1. time: </a:t>
            </a:r>
            <a:r>
              <a:rPr lang="en-US" sz="5400" dirty="0" err="1">
                <a:latin typeface="CBS NEW" panose="02000506080000020004" pitchFamily="2" charset="0"/>
              </a:rPr>
              <a:t>Netværksindlejring</a:t>
            </a:r>
            <a:endParaRPr lang="en-US" sz="5400" dirty="0">
              <a:latin typeface="CBS NEW" panose="02000506080000020004" pitchFamily="2" charset="0"/>
            </a:endParaRP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210761189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Granovetter</a:t>
            </a:r>
            <a:r>
              <a:rPr lang="da-DK" sz="4800" dirty="0">
                <a:latin typeface="CBS NEW" panose="02000506080000020004" pitchFamily="2" charset="0"/>
              </a:rPr>
              <a:t> og netværk</a:t>
            </a:r>
          </a:p>
        </p:txBody>
      </p:sp>
      <p:sp>
        <p:nvSpPr>
          <p:cNvPr id="3" name="Content Placeholder 2"/>
          <p:cNvSpPr>
            <a:spLocks noGrp="1"/>
          </p:cNvSpPr>
          <p:nvPr>
            <p:ph sz="quarter" idx="11"/>
          </p:nvPr>
        </p:nvSpPr>
        <p:spPr>
          <a:xfrm>
            <a:off x="395289" y="1124743"/>
            <a:ext cx="5040807" cy="5139531"/>
          </a:xfrm>
        </p:spPr>
        <p:txBody>
          <a:bodyPr>
            <a:normAutofit/>
          </a:bodyPr>
          <a:lstStyle/>
          <a:p>
            <a:r>
              <a:rPr lang="da-DK" sz="3200" dirty="0">
                <a:latin typeface="CBS NEW" panose="02000506080000020004" pitchFamily="2" charset="0"/>
              </a:rPr>
              <a:t>Mark </a:t>
            </a:r>
            <a:r>
              <a:rPr lang="da-DK" sz="3200" dirty="0" err="1">
                <a:latin typeface="CBS NEW" panose="02000506080000020004" pitchFamily="2" charset="0"/>
              </a:rPr>
              <a:t>Granovetter</a:t>
            </a:r>
            <a:r>
              <a:rPr lang="da-DK" sz="3200" dirty="0">
                <a:latin typeface="CBS NEW" panose="02000506080000020004" pitchFamily="2" charset="0"/>
              </a:rPr>
              <a:t> (1943-)</a:t>
            </a:r>
          </a:p>
          <a:p>
            <a:pPr marL="342900" indent="-342900">
              <a:buFont typeface="CBS NEW" panose="02000506080000020004" pitchFamily="2" charset="0"/>
              <a:buChar char="—"/>
            </a:pPr>
            <a:r>
              <a:rPr lang="da-DK" sz="3200" dirty="0">
                <a:latin typeface="CBS NEW" panose="02000506080000020004" pitchFamily="2" charset="0"/>
              </a:rPr>
              <a:t>En af verdens mest citerede sociologer</a:t>
            </a:r>
          </a:p>
          <a:p>
            <a:pPr marL="342900" indent="-342900">
              <a:buFont typeface="CBS NEW" panose="02000506080000020004" pitchFamily="2" charset="0"/>
              <a:buChar char="—"/>
            </a:pPr>
            <a:r>
              <a:rPr lang="da-DK" sz="3200" dirty="0">
                <a:latin typeface="CBS NEW" panose="02000506080000020004" pitchFamily="2" charset="0"/>
              </a:rPr>
              <a:t>Grundlægger af nyere økonomisk sociologi</a:t>
            </a:r>
          </a:p>
          <a:p>
            <a:pPr marL="342900" indent="-342900">
              <a:buFont typeface="CBS NEW" panose="02000506080000020004" pitchFamily="2" charset="0"/>
              <a:buChar char="—"/>
            </a:pPr>
            <a:r>
              <a:rPr lang="da-DK" sz="3200" dirty="0">
                <a:latin typeface="CBS NEW" panose="02000506080000020004" pitchFamily="2" charset="0"/>
              </a:rPr>
              <a:t>Del af den netværksanalytiske skole fra Harvard</a:t>
            </a:r>
          </a:p>
          <a:p>
            <a:pPr marL="342900" indent="-342900">
              <a:buFont typeface="CBS NEW" panose="02000506080000020004" pitchFamily="2" charset="0"/>
              <a:buChar char="—"/>
            </a:pPr>
            <a:r>
              <a:rPr lang="da-DK" sz="3200" dirty="0">
                <a:latin typeface="CBS NEW" panose="02000506080000020004" pitchFamily="2" charset="0"/>
              </a:rPr>
              <a:t>Brobygger mellem rational </a:t>
            </a:r>
            <a:r>
              <a:rPr lang="da-DK" sz="3200" dirty="0" err="1">
                <a:latin typeface="CBS NEW" panose="02000506080000020004" pitchFamily="2" charset="0"/>
              </a:rPr>
              <a:t>choice</a:t>
            </a:r>
            <a:r>
              <a:rPr lang="da-DK" sz="3200" dirty="0">
                <a:latin typeface="CBS NEW" panose="02000506080000020004" pitchFamily="2" charset="0"/>
              </a:rPr>
              <a:t> teori og strukturalisme gennem netværk</a:t>
            </a:r>
            <a:endParaRPr lang="da-DK" dirty="0">
              <a:latin typeface="CBS NEW" panose="02000506080000020004" pitchFamily="2" charset="0"/>
            </a:endParaRPr>
          </a:p>
        </p:txBody>
      </p:sp>
      <p:pic>
        <p:nvPicPr>
          <p:cNvPr id="6" name="Content Placeholder 5"/>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5436096" y="1801363"/>
            <a:ext cx="3271220" cy="3816424"/>
          </a:xfrm>
        </p:spPr>
      </p:pic>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53870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16" y="1097310"/>
            <a:ext cx="4322742" cy="2809782"/>
          </a:xfrm>
          <a:prstGeom prst="rect">
            <a:avLst/>
          </a:prstGeom>
        </p:spPr>
      </p:pic>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De to blik</a:t>
            </a:r>
          </a:p>
        </p:txBody>
      </p:sp>
      <p:sp>
        <p:nvSpPr>
          <p:cNvPr id="3" name="Content Placeholder 2"/>
          <p:cNvSpPr>
            <a:spLocks noGrp="1"/>
          </p:cNvSpPr>
          <p:nvPr>
            <p:ph sz="quarter" idx="11"/>
          </p:nvPr>
        </p:nvSpPr>
        <p:spPr>
          <a:xfrm>
            <a:off x="395289" y="1124743"/>
            <a:ext cx="4896791" cy="5139531"/>
          </a:xfrm>
        </p:spPr>
        <p:txBody>
          <a:bodyPr>
            <a:normAutofit lnSpcReduction="10000"/>
          </a:bodyPr>
          <a:lstStyle/>
          <a:p>
            <a:pPr marL="342900" indent="-342900">
              <a:buFont typeface="CBS NEW" panose="02000506080000020004" pitchFamily="2" charset="0"/>
              <a:buChar char="—"/>
            </a:pPr>
            <a:r>
              <a:rPr lang="da-DK" sz="3200" dirty="0">
                <a:latin typeface="CBS NEW" panose="02000506080000020004" pitchFamily="2" charset="0"/>
              </a:rPr>
              <a:t>Undersocialiseret</a:t>
            </a:r>
          </a:p>
          <a:p>
            <a:pPr marL="525181" lvl="1" indent="-342900">
              <a:buFont typeface="CBS NEW" panose="02000506080000020004" pitchFamily="2" charset="0"/>
              <a:buChar char="—"/>
            </a:pPr>
            <a:r>
              <a:rPr lang="da-DK" sz="2400" dirty="0">
                <a:latin typeface="CBS NEW" panose="02000506080000020004" pitchFamily="2" charset="0"/>
              </a:rPr>
              <a:t>Aktører handler rationelt på baggrund af fuld information</a:t>
            </a:r>
          </a:p>
          <a:p>
            <a:pPr marL="525181" lvl="1" indent="-342900">
              <a:buFont typeface="CBS NEW" panose="02000506080000020004" pitchFamily="2" charset="0"/>
              <a:buChar char="—"/>
            </a:pPr>
            <a:r>
              <a:rPr lang="da-DK" sz="2400" dirty="0">
                <a:latin typeface="CBS NEW" panose="02000506080000020004" pitchFamily="2" charset="0"/>
              </a:rPr>
              <a:t>Aktører handler kun for at maksimere egennytte</a:t>
            </a:r>
          </a:p>
          <a:p>
            <a:pPr marL="525181" lvl="1" indent="-342900">
              <a:buFont typeface="CBS NEW" panose="02000506080000020004" pitchFamily="2" charset="0"/>
              <a:buChar char="—"/>
            </a:pPr>
            <a:r>
              <a:rPr lang="da-DK" sz="2400" dirty="0">
                <a:latin typeface="CBS NEW" panose="02000506080000020004" pitchFamily="2" charset="0"/>
              </a:rPr>
              <a:t>Typisk i neoklassisk økonomi</a:t>
            </a:r>
            <a:endParaRPr lang="da-DK" dirty="0">
              <a:latin typeface="CBS NEW" panose="02000506080000020004" pitchFamily="2" charset="0"/>
            </a:endParaRPr>
          </a:p>
          <a:p>
            <a:pPr marL="525181" lvl="1" indent="-342900">
              <a:buFont typeface="CBS NEW" panose="02000506080000020004" pitchFamily="2" charset="0"/>
              <a:buChar char="—"/>
            </a:pPr>
            <a:endParaRPr lang="da-DK" sz="2400" dirty="0">
              <a:latin typeface="CBS NEW" panose="02000506080000020004" pitchFamily="2" charset="0"/>
            </a:endParaRPr>
          </a:p>
          <a:p>
            <a:pPr marL="342900" indent="-342900">
              <a:buFont typeface="CBS NEW" panose="02000506080000020004" pitchFamily="2" charset="0"/>
              <a:buChar char="—"/>
            </a:pPr>
            <a:r>
              <a:rPr lang="da-DK" sz="3200" dirty="0">
                <a:latin typeface="CBS NEW" panose="02000506080000020004" pitchFamily="2" charset="0"/>
              </a:rPr>
              <a:t>Oversocialiseret</a:t>
            </a:r>
          </a:p>
          <a:p>
            <a:pPr marL="525181" lvl="1" indent="-342900">
              <a:buFont typeface="CBS NEW" panose="02000506080000020004" pitchFamily="2" charset="0"/>
              <a:buChar char="—"/>
            </a:pPr>
            <a:r>
              <a:rPr lang="da-DK" sz="2400" dirty="0">
                <a:latin typeface="CBS NEW" panose="02000506080000020004" pitchFamily="2" charset="0"/>
              </a:rPr>
              <a:t>Aktører handler på baggrund af normer og kultur</a:t>
            </a:r>
          </a:p>
          <a:p>
            <a:pPr marL="525181" lvl="1" indent="-342900">
              <a:buFont typeface="CBS NEW" panose="02000506080000020004" pitchFamily="2" charset="0"/>
              <a:buChar char="—"/>
            </a:pPr>
            <a:r>
              <a:rPr lang="da-DK" sz="2400" dirty="0">
                <a:latin typeface="CBS NEW" panose="02000506080000020004" pitchFamily="2" charset="0"/>
              </a:rPr>
              <a:t>Aktører handler for at sikre gruppens nytte og opretholdelse</a:t>
            </a:r>
          </a:p>
          <a:p>
            <a:pPr marL="525181" lvl="1" indent="-342900">
              <a:buFont typeface="CBS NEW" panose="02000506080000020004" pitchFamily="2" charset="0"/>
              <a:buChar char="—"/>
            </a:pPr>
            <a:r>
              <a:rPr lang="da-DK" sz="2400" dirty="0">
                <a:latin typeface="CBS NEW" panose="02000506080000020004" pitchFamily="2" charset="0"/>
              </a:rPr>
              <a:t>Typisk i </a:t>
            </a:r>
            <a:r>
              <a:rPr lang="da-DK" sz="2400" dirty="0" err="1">
                <a:latin typeface="CBS NEW" panose="02000506080000020004" pitchFamily="2" charset="0"/>
              </a:rPr>
              <a:t>sturkturfunktionalistisk</a:t>
            </a:r>
            <a:r>
              <a:rPr lang="da-DK" sz="2400" dirty="0">
                <a:latin typeface="CBS NEW" panose="02000506080000020004" pitchFamily="2" charset="0"/>
              </a:rPr>
              <a:t> sociologi</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3360" y="4005064"/>
            <a:ext cx="3477766" cy="2320167"/>
          </a:xfrm>
          <a:prstGeom prst="rect">
            <a:avLst/>
          </a:prstGeom>
        </p:spPr>
      </p:pic>
    </p:spTree>
    <p:extLst>
      <p:ext uri="{BB962C8B-B14F-4D97-AF65-F5344CB8AC3E}">
        <p14:creationId xmlns:p14="http://schemas.microsoft.com/office/powerpoint/2010/main" val="397176904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Det undersocialiserede blik</a:t>
            </a:r>
          </a:p>
        </p:txBody>
      </p:sp>
      <p:sp>
        <p:nvSpPr>
          <p:cNvPr id="3" name="Content Placeholder 2"/>
          <p:cNvSpPr>
            <a:spLocks noGrp="1"/>
          </p:cNvSpPr>
          <p:nvPr>
            <p:ph sz="quarter" idx="11"/>
          </p:nvPr>
        </p:nvSpPr>
        <p:spPr/>
        <p:txBody>
          <a:bodyPr>
            <a:normAutofit lnSpcReduction="10000"/>
          </a:bodyPr>
          <a:lstStyle/>
          <a:p>
            <a:r>
              <a:rPr lang="da-DK" sz="3200" dirty="0">
                <a:latin typeface="CBS NEW" panose="02000506080000020004" pitchFamily="2" charset="0"/>
              </a:rPr>
              <a:t>Relationer har ingen betydning. Firmaer opstår for at beskytte sig mod transaktionsomkostninger (</a:t>
            </a:r>
            <a:r>
              <a:rPr lang="da-DK" sz="3200" dirty="0" err="1">
                <a:latin typeface="CBS NEW" panose="02000506080000020004" pitchFamily="2" charset="0"/>
              </a:rPr>
              <a:t>Williamson</a:t>
            </a:r>
            <a:r>
              <a:rPr lang="da-DK" sz="3200" dirty="0">
                <a:latin typeface="CBS NEW" panose="02000506080000020004" pitchFamily="2" charset="0"/>
              </a:rPr>
              <a:t>)</a:t>
            </a:r>
          </a:p>
          <a:p>
            <a:endParaRPr lang="da-DK" sz="3200" dirty="0">
              <a:latin typeface="CBS NEW" panose="02000506080000020004" pitchFamily="2" charset="0"/>
            </a:endParaRPr>
          </a:p>
          <a:p>
            <a:pPr algn="just"/>
            <a:r>
              <a:rPr lang="da-DK" sz="3000" dirty="0">
                <a:latin typeface="CBS NEW" panose="02000506080000020004" pitchFamily="2" charset="0"/>
              </a:rPr>
              <a:t>	</a:t>
            </a:r>
            <a:r>
              <a:rPr lang="en-US" sz="2800" dirty="0">
                <a:latin typeface="CBS NEW" panose="02000506080000020004" pitchFamily="2" charset="0"/>
              </a:rPr>
              <a:t>“I argue that the anonymous market of neoclassical models is 	virtually nonexistent in economic life and that transactions of all 	kinds are rife with the social connections described. … all I need to 	show here is that there is sufficient social overlay in economic 	transactions across firms… to render dubious the assertion that 	complex market transactions approximate a Hobbesian state of 	nature that can only be resolved by internalization within a 	hierarchical structure.”</a:t>
            </a:r>
          </a:p>
          <a:p>
            <a:pPr algn="r"/>
            <a:r>
              <a:rPr lang="en-US" sz="2800" dirty="0" err="1">
                <a:latin typeface="CBS NEW" panose="02000506080000020004" pitchFamily="2" charset="0"/>
              </a:rPr>
              <a:t>Granovetter</a:t>
            </a:r>
            <a:r>
              <a:rPr lang="en-US" sz="2800" dirty="0">
                <a:latin typeface="CBS NEW" panose="02000506080000020004" pitchFamily="2" charset="0"/>
              </a:rPr>
              <a:t> (1985: 495)</a:t>
            </a:r>
            <a:endParaRPr lang="da-DK" sz="28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66173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Det oversocialiserede blik</a:t>
            </a:r>
          </a:p>
        </p:txBody>
      </p:sp>
      <p:sp>
        <p:nvSpPr>
          <p:cNvPr id="3" name="Content Placeholder 2"/>
          <p:cNvSpPr>
            <a:spLocks noGrp="1"/>
          </p:cNvSpPr>
          <p:nvPr>
            <p:ph sz="quarter" idx="11"/>
          </p:nvPr>
        </p:nvSpPr>
        <p:spPr/>
        <p:txBody>
          <a:bodyPr>
            <a:normAutofit/>
          </a:bodyPr>
          <a:lstStyle/>
          <a:p>
            <a:r>
              <a:rPr lang="da-DK" sz="3200" dirty="0">
                <a:latin typeface="CBS NEW" panose="02000506080000020004" pitchFamily="2" charset="0"/>
              </a:rPr>
              <a:t>Individer er styret af samfundets normer og værdier. Vi gør, hvad vores kultur tilsiger os</a:t>
            </a:r>
          </a:p>
          <a:p>
            <a:endParaRPr lang="da-DK" sz="3200" dirty="0">
              <a:latin typeface="CBS NEW" panose="02000506080000020004" pitchFamily="2" charset="0"/>
            </a:endParaRPr>
          </a:p>
          <a:p>
            <a:pPr algn="just"/>
            <a:r>
              <a:rPr lang="da-DK" sz="3000" dirty="0">
                <a:latin typeface="CBS NEW" panose="02000506080000020004" pitchFamily="2" charset="0"/>
              </a:rPr>
              <a:t>	</a:t>
            </a:r>
            <a:r>
              <a:rPr lang="en-US" sz="2800" dirty="0">
                <a:latin typeface="CBS NEW" panose="02000506080000020004" pitchFamily="2" charset="0"/>
              </a:rPr>
              <a:t>“…these </a:t>
            </a:r>
            <a:r>
              <a:rPr lang="en-US" sz="2800" dirty="0" err="1">
                <a:latin typeface="CBS NEW" panose="02000506080000020004" pitchFamily="2" charset="0"/>
              </a:rPr>
              <a:t>oversocialized</a:t>
            </a:r>
            <a:r>
              <a:rPr lang="en-US" sz="2800" dirty="0">
                <a:latin typeface="CBS NEW" panose="02000506080000020004" pitchFamily="2" charset="0"/>
              </a:rPr>
              <a:t> conceptions of how society influences 	individual behavior are rather mechanical: once we know the 	individual’s social class or labor market sector, everything else in 	behavior is automatic, since they are so well socialized. Social 	influence here is an external force… Once we know in just what 	way an individual has been affected, ongoing social relations and 	structures are irrelevant.” </a:t>
            </a:r>
          </a:p>
          <a:p>
            <a:pPr algn="r"/>
            <a:r>
              <a:rPr lang="en-US" sz="2800" dirty="0" err="1">
                <a:latin typeface="CBS NEW" panose="02000506080000020004" pitchFamily="2" charset="0"/>
              </a:rPr>
              <a:t>Granovetter</a:t>
            </a:r>
            <a:r>
              <a:rPr lang="en-US" sz="2800" dirty="0">
                <a:latin typeface="CBS NEW" panose="02000506080000020004" pitchFamily="2" charset="0"/>
              </a:rPr>
              <a:t> (1985: 486)</a:t>
            </a:r>
            <a:endParaRPr lang="da-DK" sz="28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137006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16" y="1097310"/>
            <a:ext cx="4322742" cy="2809782"/>
          </a:xfrm>
          <a:prstGeom prst="rect">
            <a:avLst/>
          </a:prstGeom>
        </p:spPr>
      </p:pic>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De to blik</a:t>
            </a:r>
          </a:p>
        </p:txBody>
      </p:sp>
      <p:sp>
        <p:nvSpPr>
          <p:cNvPr id="3" name="Content Placeholder 2"/>
          <p:cNvSpPr>
            <a:spLocks noGrp="1"/>
          </p:cNvSpPr>
          <p:nvPr>
            <p:ph sz="quarter" idx="11"/>
          </p:nvPr>
        </p:nvSpPr>
        <p:spPr>
          <a:xfrm>
            <a:off x="395289" y="1124743"/>
            <a:ext cx="4896791" cy="5139531"/>
          </a:xfrm>
        </p:spPr>
        <p:txBody>
          <a:bodyPr>
            <a:normAutofit lnSpcReduction="10000"/>
          </a:bodyPr>
          <a:lstStyle/>
          <a:p>
            <a:pPr marL="342900" indent="-342900">
              <a:buFont typeface="CBS NEW" panose="02000506080000020004" pitchFamily="2" charset="0"/>
              <a:buChar char="—"/>
            </a:pPr>
            <a:r>
              <a:rPr lang="da-DK" sz="3200" dirty="0">
                <a:latin typeface="CBS NEW" panose="02000506080000020004" pitchFamily="2" charset="0"/>
              </a:rPr>
              <a:t>Undersocialiseret</a:t>
            </a:r>
          </a:p>
          <a:p>
            <a:pPr marL="525181" lvl="1" indent="-342900">
              <a:buFont typeface="CBS NEW" panose="02000506080000020004" pitchFamily="2" charset="0"/>
              <a:buChar char="—"/>
            </a:pPr>
            <a:r>
              <a:rPr lang="da-DK" sz="2400" dirty="0">
                <a:latin typeface="CBS NEW" panose="02000506080000020004" pitchFamily="2" charset="0"/>
              </a:rPr>
              <a:t>Aktører handler rationelt på baggrund af fuld information</a:t>
            </a:r>
          </a:p>
          <a:p>
            <a:pPr marL="525181" lvl="1" indent="-342900">
              <a:buFont typeface="CBS NEW" panose="02000506080000020004" pitchFamily="2" charset="0"/>
              <a:buChar char="—"/>
            </a:pPr>
            <a:r>
              <a:rPr lang="da-DK" sz="2400" dirty="0">
                <a:latin typeface="CBS NEW" panose="02000506080000020004" pitchFamily="2" charset="0"/>
              </a:rPr>
              <a:t>Aktører handler kun for at maksimere egennytte</a:t>
            </a:r>
          </a:p>
          <a:p>
            <a:pPr marL="525181" lvl="1" indent="-342900">
              <a:buFont typeface="CBS NEW" panose="02000506080000020004" pitchFamily="2" charset="0"/>
              <a:buChar char="—"/>
            </a:pPr>
            <a:r>
              <a:rPr lang="da-DK" sz="2400" dirty="0">
                <a:latin typeface="CBS NEW" panose="02000506080000020004" pitchFamily="2" charset="0"/>
              </a:rPr>
              <a:t>Typisk i neoklassisk økonomi</a:t>
            </a:r>
            <a:endParaRPr lang="da-DK" dirty="0">
              <a:latin typeface="CBS NEW" panose="02000506080000020004" pitchFamily="2" charset="0"/>
            </a:endParaRPr>
          </a:p>
          <a:p>
            <a:pPr marL="525181" lvl="1" indent="-342900">
              <a:buFont typeface="CBS NEW" panose="02000506080000020004" pitchFamily="2" charset="0"/>
              <a:buChar char="—"/>
            </a:pPr>
            <a:endParaRPr lang="da-DK" sz="2400" dirty="0">
              <a:latin typeface="CBS NEW" panose="02000506080000020004" pitchFamily="2" charset="0"/>
            </a:endParaRPr>
          </a:p>
          <a:p>
            <a:pPr marL="342900" indent="-342900">
              <a:buFont typeface="CBS NEW" panose="02000506080000020004" pitchFamily="2" charset="0"/>
              <a:buChar char="—"/>
            </a:pPr>
            <a:r>
              <a:rPr lang="da-DK" sz="3200" dirty="0">
                <a:latin typeface="CBS NEW" panose="02000506080000020004" pitchFamily="2" charset="0"/>
              </a:rPr>
              <a:t>Oversocialiseret</a:t>
            </a:r>
          </a:p>
          <a:p>
            <a:pPr marL="525181" lvl="1" indent="-342900">
              <a:buFont typeface="CBS NEW" panose="02000506080000020004" pitchFamily="2" charset="0"/>
              <a:buChar char="—"/>
            </a:pPr>
            <a:r>
              <a:rPr lang="da-DK" sz="2400" dirty="0">
                <a:latin typeface="CBS NEW" panose="02000506080000020004" pitchFamily="2" charset="0"/>
              </a:rPr>
              <a:t>Aktører handler på baggrund af normer og kultur</a:t>
            </a:r>
          </a:p>
          <a:p>
            <a:pPr marL="525181" lvl="1" indent="-342900">
              <a:buFont typeface="CBS NEW" panose="02000506080000020004" pitchFamily="2" charset="0"/>
              <a:buChar char="—"/>
            </a:pPr>
            <a:r>
              <a:rPr lang="da-DK" sz="2400" dirty="0">
                <a:latin typeface="CBS NEW" panose="02000506080000020004" pitchFamily="2" charset="0"/>
              </a:rPr>
              <a:t>Aktører handler for at sikre gruppens nytte og opretholdelse</a:t>
            </a:r>
          </a:p>
          <a:p>
            <a:pPr marL="525181" lvl="1" indent="-342900">
              <a:buFont typeface="CBS NEW" panose="02000506080000020004" pitchFamily="2" charset="0"/>
              <a:buChar char="—"/>
            </a:pPr>
            <a:r>
              <a:rPr lang="da-DK" sz="2400" dirty="0">
                <a:latin typeface="CBS NEW" panose="02000506080000020004" pitchFamily="2" charset="0"/>
              </a:rPr>
              <a:t>Typisk i </a:t>
            </a:r>
            <a:r>
              <a:rPr lang="da-DK" sz="2400" dirty="0" err="1">
                <a:latin typeface="CBS NEW" panose="02000506080000020004" pitchFamily="2" charset="0"/>
              </a:rPr>
              <a:t>sturkturfunktionalistisk</a:t>
            </a:r>
            <a:r>
              <a:rPr lang="da-DK" sz="2400" dirty="0">
                <a:latin typeface="CBS NEW" panose="02000506080000020004" pitchFamily="2" charset="0"/>
              </a:rPr>
              <a:t> sociologi</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3360" y="4005064"/>
            <a:ext cx="3477766" cy="2320167"/>
          </a:xfrm>
          <a:prstGeom prst="rect">
            <a:avLst/>
          </a:prstGeom>
        </p:spPr>
      </p:pic>
      <p:sp>
        <p:nvSpPr>
          <p:cNvPr id="7" name="TextBox 6"/>
          <p:cNvSpPr txBox="1"/>
          <p:nvPr/>
        </p:nvSpPr>
        <p:spPr>
          <a:xfrm>
            <a:off x="323528" y="2463402"/>
            <a:ext cx="8715230" cy="1253630"/>
          </a:xfrm>
          <a:prstGeom prst="rect">
            <a:avLst/>
          </a:prstGeom>
          <a:solidFill>
            <a:schemeClr val="bg1"/>
          </a:solidFill>
          <a:ln>
            <a:noFill/>
          </a:ln>
          <a:effectLst>
            <a:outerShdw blurRad="107950" dist="12700" dir="5400000" algn="ctr">
              <a:srgbClr val="000000"/>
            </a:outerShdw>
          </a:effectLst>
        </p:spPr>
        <p:txBody>
          <a:bodyPr wrap="square" lIns="0" tIns="0" rIns="0" bIns="0" rtlCol="0">
            <a:spAutoFit/>
          </a:bodyPr>
          <a:lstStyle/>
          <a:p>
            <a:pPr algn="ctr"/>
            <a:r>
              <a:rPr lang="da-DK" sz="4000" dirty="0">
                <a:solidFill>
                  <a:schemeClr val="tx2"/>
                </a:solidFill>
                <a:latin typeface="CBS NEW" panose="02000506080000020004" pitchFamily="2" charset="0"/>
              </a:rPr>
              <a:t>På sin vis er begge meget deterministiske og har kun i ringe grad rum til den enkeltes handlefrihed!</a:t>
            </a:r>
          </a:p>
        </p:txBody>
      </p:sp>
    </p:spTree>
    <p:extLst>
      <p:ext uri="{BB962C8B-B14F-4D97-AF65-F5344CB8AC3E}">
        <p14:creationId xmlns:p14="http://schemas.microsoft.com/office/powerpoint/2010/main" val="32654076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Summeøvelse</a:t>
            </a:r>
            <a:r>
              <a:rPr lang="da-DK" sz="4800" dirty="0">
                <a:latin typeface="CBS NEW" panose="02000506080000020004" pitchFamily="2" charset="0"/>
              </a:rPr>
              <a:t> I:</a:t>
            </a:r>
          </a:p>
        </p:txBody>
      </p:sp>
      <p:sp>
        <p:nvSpPr>
          <p:cNvPr id="3" name="Content Placeholder 2"/>
          <p:cNvSpPr>
            <a:spLocks noGrp="1"/>
          </p:cNvSpPr>
          <p:nvPr>
            <p:ph sz="quarter" idx="11"/>
          </p:nvPr>
        </p:nvSpPr>
        <p:spPr/>
        <p:txBody>
          <a:bodyPr>
            <a:normAutofit/>
          </a:bodyPr>
          <a:lstStyle/>
          <a:p>
            <a:pPr marL="457200" indent="-457200">
              <a:buFontTx/>
              <a:buChar char="—"/>
            </a:pPr>
            <a:r>
              <a:rPr lang="da-DK" sz="3200" dirty="0">
                <a:latin typeface="CBS NEW" panose="02000506080000020004" pitchFamily="2" charset="0"/>
              </a:rPr>
              <a:t>Gennemgå </a:t>
            </a:r>
            <a:r>
              <a:rPr lang="da-DK" sz="3200" dirty="0" err="1">
                <a:latin typeface="CBS NEW" panose="02000506080000020004" pitchFamily="2" charset="0"/>
              </a:rPr>
              <a:t>Granovetters</a:t>
            </a:r>
            <a:r>
              <a:rPr lang="da-DK" sz="3200" dirty="0">
                <a:latin typeface="CBS NEW" panose="02000506080000020004" pitchFamily="2" charset="0"/>
              </a:rPr>
              <a:t> beskrivelser af det under- og oversocialiserede blik på økonomisk handlen</a:t>
            </a:r>
          </a:p>
          <a:p>
            <a:pPr marL="457200" indent="-457200">
              <a:buFontTx/>
              <a:buChar char="—"/>
            </a:pPr>
            <a:r>
              <a:rPr lang="da-DK" sz="3200" dirty="0">
                <a:latin typeface="CBS NEW" panose="02000506080000020004" pitchFamily="2" charset="0"/>
              </a:rPr>
              <a:t>Forsøg at komme med eksempler på disse to blik fra tekster og teorier, I er stødt på i løbet af jeres HA EB.</a:t>
            </a:r>
          </a:p>
          <a:p>
            <a:pPr marL="457200" indent="-457200">
              <a:buFontTx/>
              <a:buChar char="—"/>
            </a:pPr>
            <a:r>
              <a:rPr lang="da-DK" sz="3200" dirty="0">
                <a:latin typeface="CBS NEW" panose="02000506080000020004" pitchFamily="2" charset="0"/>
              </a:rPr>
              <a:t>Arbejd to-og-to</a:t>
            </a:r>
          </a:p>
          <a:p>
            <a:pPr marL="457200" indent="-457200">
              <a:buFontTx/>
              <a:buChar char="—"/>
            </a:pPr>
            <a:r>
              <a:rPr lang="da-DK" sz="3200" dirty="0">
                <a:latin typeface="CBS NEW" panose="02000506080000020004" pitchFamily="2" charset="0"/>
              </a:rPr>
              <a:t>Føj eksempler til her: </a:t>
            </a:r>
            <a:r>
              <a:rPr lang="da-DK" sz="3200" dirty="0">
                <a:latin typeface="CBS NEW" panose="02000506080000020004" pitchFamily="2" charset="0"/>
                <a:hlinkClick r:id="rId2"/>
              </a:rPr>
              <a:t>https://docs.google.com/presentation/d/1EDspcIuD-JZB3SE0n-e7EAWALg01AEKD6DgZHh4OlOg/edit?usp=sharing</a:t>
            </a:r>
            <a:endParaRPr lang="da-DK" sz="3200" dirty="0">
              <a:latin typeface="CBS NEW" panose="02000506080000020004" pitchFamily="2" charset="0"/>
            </a:endParaRPr>
          </a:p>
          <a:p>
            <a:pPr marL="457200" indent="-457200">
              <a:buFontTx/>
              <a:buChar char="—"/>
            </a:pPr>
            <a:r>
              <a:rPr lang="da-DK" sz="3200" dirty="0">
                <a:latin typeface="CBS NEW" panose="02000506080000020004" pitchFamily="2" charset="0"/>
              </a:rPr>
              <a:t>Sæt et ekstra flueben (</a:t>
            </a:r>
            <a:r>
              <a:rPr lang="da-DK" sz="3200" dirty="0"/>
              <a:t>✓</a:t>
            </a:r>
            <a:r>
              <a:rPr lang="da-DK" sz="3200" dirty="0">
                <a:latin typeface="CBS NEW" panose="02000506080000020004" pitchFamily="2" charset="0"/>
              </a:rPr>
              <a:t>) hvis I er enige</a:t>
            </a:r>
          </a:p>
          <a:p>
            <a:pPr marL="457200" indent="-457200">
              <a:buFontTx/>
              <a:buChar char="—"/>
            </a:pPr>
            <a:r>
              <a:rPr lang="da-DK" sz="3200" dirty="0">
                <a:latin typeface="CBS NEW" panose="02000506080000020004" pitchFamily="2" charset="0"/>
              </a:rPr>
              <a:t>Vi har 10 minutter</a:t>
            </a:r>
            <a:endParaRPr lang="da-DK" sz="28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484685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Granovetters</a:t>
            </a:r>
            <a:r>
              <a:rPr lang="da-DK" sz="4800" dirty="0">
                <a:latin typeface="CBS NEW" panose="02000506080000020004" pitchFamily="2" charset="0"/>
              </a:rPr>
              <a:t> løsning:</a:t>
            </a:r>
          </a:p>
        </p:txBody>
      </p:sp>
      <p:sp>
        <p:nvSpPr>
          <p:cNvPr id="3" name="Content Placeholder 2"/>
          <p:cNvSpPr>
            <a:spLocks noGrp="1"/>
          </p:cNvSpPr>
          <p:nvPr>
            <p:ph sz="quarter" idx="11"/>
          </p:nvPr>
        </p:nvSpPr>
        <p:spPr>
          <a:xfrm>
            <a:off x="2051720" y="1916832"/>
            <a:ext cx="4968799" cy="1224137"/>
          </a:xfrm>
          <a:noFill/>
          <a:ln w="38100">
            <a:solidFill>
              <a:srgbClr val="4967AA"/>
            </a:solidFill>
          </a:ln>
        </p:spPr>
        <p:txBody>
          <a:bodyPr>
            <a:normAutofit/>
          </a:bodyPr>
          <a:lstStyle/>
          <a:p>
            <a:pPr algn="ctr"/>
            <a:r>
              <a:rPr lang="da-DK" sz="6000" dirty="0">
                <a:latin typeface="CBS NEW" panose="02000506080000020004" pitchFamily="2" charset="0"/>
              </a:rPr>
              <a:t>Ting er indlejrede!</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6" name="Content Placeholder 2"/>
          <p:cNvSpPr txBox="1">
            <a:spLocks/>
          </p:cNvSpPr>
          <p:nvPr/>
        </p:nvSpPr>
        <p:spPr bwMode="auto">
          <a:xfrm>
            <a:off x="395536" y="3573015"/>
            <a:ext cx="8064896" cy="1224137"/>
          </a:xfrm>
          <a:prstGeom prst="rect">
            <a:avLst/>
          </a:prstGeom>
          <a:noFill/>
          <a:ln w="38100">
            <a:solidFill>
              <a:srgbClr val="4967AA"/>
            </a:solidFill>
            <a:miter lim="800000"/>
            <a:headEnd/>
            <a:tailEnd/>
          </a:ln>
        </p:spPr>
        <p:txBody>
          <a:bodyPr vert="horz" wrap="square" lIns="0" tIns="0" rIns="0" bIns="0" numCol="1" anchor="t" anchorCtr="0" compatLnSpc="1">
            <a:prstTxWarp prst="textNoShape">
              <a:avLst/>
            </a:prstTxWarp>
            <a:normAutofit/>
          </a:bodyPr>
          <a:lstStyle>
            <a:lvl1pPr marL="0" indent="0" algn="l" defTabSz="914258" rtl="0" eaLnBrk="1" fontAlgn="base" hangingPunct="1">
              <a:spcBef>
                <a:spcPct val="0"/>
              </a:spcBef>
              <a:spcAft>
                <a:spcPts val="300"/>
              </a:spcAft>
              <a:buFont typeface="Arial" charset="0"/>
              <a:defRPr lang="en-US" sz="2000" kern="1200" baseline="0">
                <a:solidFill>
                  <a:schemeClr val="tx1"/>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pPr algn="ctr"/>
            <a:r>
              <a:rPr lang="da-DK" sz="6000" dirty="0">
                <a:latin typeface="CBS NEW" panose="02000506080000020004" pitchFamily="2" charset="0"/>
              </a:rPr>
              <a:t>I sociale netværksrelationer…</a:t>
            </a:r>
          </a:p>
        </p:txBody>
      </p:sp>
    </p:spTree>
    <p:extLst>
      <p:ext uri="{BB962C8B-B14F-4D97-AF65-F5344CB8AC3E}">
        <p14:creationId xmlns:p14="http://schemas.microsoft.com/office/powerpoint/2010/main" val="24824388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Embeddedness</a:t>
            </a:r>
            <a:endParaRPr lang="da-DK" sz="4800" dirty="0">
              <a:latin typeface="CBS NEW" panose="02000506080000020004" pitchFamily="2" charset="0"/>
            </a:endParaRPr>
          </a:p>
        </p:txBody>
      </p:sp>
      <p:sp>
        <p:nvSpPr>
          <p:cNvPr id="3" name="Content Placeholder 2"/>
          <p:cNvSpPr>
            <a:spLocks noGrp="1"/>
          </p:cNvSpPr>
          <p:nvPr>
            <p:ph sz="quarter" idx="11"/>
          </p:nvPr>
        </p:nvSpPr>
        <p:spPr/>
        <p:txBody>
          <a:bodyPr>
            <a:normAutofit/>
          </a:bodyPr>
          <a:lstStyle/>
          <a:p>
            <a:pPr marL="342900" indent="-342900">
              <a:buFont typeface="CBS NEW" panose="02000506080000020004" pitchFamily="2" charset="0"/>
              <a:buChar char="—"/>
            </a:pPr>
            <a:r>
              <a:rPr lang="da-DK" sz="3200" dirty="0">
                <a:latin typeface="CBS NEW" panose="02000506080000020004" pitchFamily="2" charset="0"/>
              </a:rPr>
              <a:t>Folks økonomiske aktiviteter er indlejret i deres sociale netværksrelationer. </a:t>
            </a:r>
          </a:p>
          <a:p>
            <a:pPr marL="342900" indent="-342900">
              <a:buFont typeface="CBS NEW" panose="02000506080000020004" pitchFamily="2" charset="0"/>
              <a:buChar char="—"/>
            </a:pPr>
            <a:r>
              <a:rPr lang="da-DK" sz="3200" dirty="0">
                <a:latin typeface="CBS NEW" panose="02000506080000020004" pitchFamily="2" charset="0"/>
              </a:rPr>
              <a:t>Egne erfaringer fra interaktioner med andre personer giver den bedste information fordi:</a:t>
            </a:r>
          </a:p>
          <a:p>
            <a:pPr marL="514350" indent="-514350">
              <a:buFont typeface="+mj-lt"/>
              <a:buAutoNum type="arabicPeriod"/>
            </a:pPr>
            <a:r>
              <a:rPr lang="da-DK" sz="3200" dirty="0">
                <a:latin typeface="CBS NEW" panose="02000506080000020004" pitchFamily="2" charset="0"/>
              </a:rPr>
              <a:t>Det er billigt</a:t>
            </a:r>
          </a:p>
          <a:p>
            <a:pPr marL="514350" indent="-514350">
              <a:buFont typeface="+mj-lt"/>
              <a:buAutoNum type="arabicPeriod"/>
            </a:pPr>
            <a:r>
              <a:rPr lang="da-DK" sz="3200" dirty="0">
                <a:latin typeface="CBS NEW" panose="02000506080000020004" pitchFamily="2" charset="0"/>
              </a:rPr>
              <a:t>Informationen er rigere end hvis den kom fra en anden</a:t>
            </a:r>
          </a:p>
          <a:p>
            <a:pPr marL="514350" indent="-514350">
              <a:buFont typeface="+mj-lt"/>
              <a:buAutoNum type="arabicPeriod"/>
            </a:pPr>
            <a:r>
              <a:rPr lang="da-DK" sz="3200" dirty="0">
                <a:latin typeface="CBS NEW" panose="02000506080000020004" pitchFamily="2" charset="0"/>
              </a:rPr>
              <a:t>Der er en økonomisk motivation til at skabe tillid, når relationen er langvarig</a:t>
            </a:r>
          </a:p>
          <a:p>
            <a:pPr marL="514350" indent="-514350">
              <a:buFont typeface="+mj-lt"/>
              <a:buAutoNum type="arabicPeriod"/>
            </a:pPr>
            <a:r>
              <a:rPr lang="da-DK" sz="3200" dirty="0">
                <a:latin typeface="CBS NEW" panose="02000506080000020004" pitchFamily="2" charset="0"/>
              </a:rPr>
              <a:t>Økonomiske relationer bliver fyldt med social indhold med stærke sociale forventninger til tillid</a:t>
            </a:r>
            <a:endParaRPr lang="da-DK"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8418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Men…</a:t>
            </a:r>
          </a:p>
        </p:txBody>
      </p:sp>
      <p:sp>
        <p:nvSpPr>
          <p:cNvPr id="3" name="Content Placeholder 2"/>
          <p:cNvSpPr>
            <a:spLocks noGrp="1"/>
          </p:cNvSpPr>
          <p:nvPr>
            <p:ph sz="quarter" idx="11"/>
          </p:nvPr>
        </p:nvSpPr>
        <p:spPr/>
        <p:txBody>
          <a:bodyPr>
            <a:normAutofit fontScale="92500" lnSpcReduction="20000"/>
          </a:bodyPr>
          <a:lstStyle/>
          <a:p>
            <a:r>
              <a:rPr lang="da-DK" sz="3200" dirty="0">
                <a:latin typeface="CBS NEW" panose="02000506080000020004" pitchFamily="2" charset="0"/>
              </a:rPr>
              <a:t>Netværk garanterer ikke mod tillidsbrud. Det er </a:t>
            </a:r>
            <a:r>
              <a:rPr lang="da-DK" sz="3200" i="1" dirty="0">
                <a:latin typeface="CBS NEW" panose="02000506080000020004" pitchFamily="2" charset="0"/>
              </a:rPr>
              <a:t>typen</a:t>
            </a:r>
            <a:r>
              <a:rPr lang="da-DK" sz="3200" dirty="0">
                <a:latin typeface="CBS NEW" panose="02000506080000020004" pitchFamily="2" charset="0"/>
              </a:rPr>
              <a:t> af netværk og relationer en person eller virksomhed er indlejret i, der afgør om netværket skaber tillid.</a:t>
            </a:r>
          </a:p>
          <a:p>
            <a:pPr marL="342900" indent="-342900">
              <a:buFont typeface="CBS NEW" panose="02000506080000020004" pitchFamily="2" charset="0"/>
              <a:buChar char="—"/>
            </a:pPr>
            <a:r>
              <a:rPr lang="da-DK" sz="3200" dirty="0">
                <a:latin typeface="CBS NEW" panose="02000506080000020004" pitchFamily="2" charset="0"/>
              </a:rPr>
              <a:t>Sociale relationer er en nødvendig, men ikke tilstrækkelig forudsætning for tillid</a:t>
            </a:r>
          </a:p>
          <a:p>
            <a:pPr marL="342900" indent="-342900">
              <a:buFont typeface="CBS NEW" panose="02000506080000020004" pitchFamily="2" charset="0"/>
              <a:buChar char="—"/>
            </a:pPr>
            <a:r>
              <a:rPr lang="da-DK" sz="3200" dirty="0">
                <a:latin typeface="CBS NEW" panose="02000506080000020004" pitchFamily="2" charset="0"/>
              </a:rPr>
              <a:t>Faktisk kan netværksrelationer skabe endog større mulighed for bedrageriske handlinger. Af tre grunde:</a:t>
            </a:r>
          </a:p>
          <a:p>
            <a:pPr marL="514350" indent="-514350">
              <a:buFont typeface="+mj-lt"/>
              <a:buAutoNum type="arabicPeriod"/>
            </a:pPr>
            <a:r>
              <a:rPr lang="da-DK" sz="3200" dirty="0">
                <a:latin typeface="CBS NEW" panose="02000506080000020004" pitchFamily="2" charset="0"/>
              </a:rPr>
              <a:t>‘</a:t>
            </a:r>
            <a:r>
              <a:rPr lang="da-DK" sz="3200" dirty="0" err="1">
                <a:latin typeface="CBS NEW" panose="02000506080000020004" pitchFamily="2" charset="0"/>
              </a:rPr>
              <a:t>You</a:t>
            </a:r>
            <a:r>
              <a:rPr lang="da-DK" sz="3200" dirty="0">
                <a:latin typeface="CBS NEW" panose="02000506080000020004" pitchFamily="2" charset="0"/>
              </a:rPr>
              <a:t> </a:t>
            </a:r>
            <a:r>
              <a:rPr lang="da-DK" sz="3200" dirty="0" err="1">
                <a:latin typeface="CBS NEW" panose="02000506080000020004" pitchFamily="2" charset="0"/>
              </a:rPr>
              <a:t>always</a:t>
            </a:r>
            <a:r>
              <a:rPr lang="da-DK" sz="3200" dirty="0">
                <a:latin typeface="CBS NEW" panose="02000506080000020004" pitchFamily="2" charset="0"/>
              </a:rPr>
              <a:t> </a:t>
            </a:r>
            <a:r>
              <a:rPr lang="da-DK" sz="3200" dirty="0" err="1">
                <a:latin typeface="CBS NEW" panose="02000506080000020004" pitchFamily="2" charset="0"/>
              </a:rPr>
              <a:t>hurt</a:t>
            </a:r>
            <a:r>
              <a:rPr lang="da-DK" sz="3200" dirty="0">
                <a:latin typeface="CBS NEW" panose="02000506080000020004" pitchFamily="2" charset="0"/>
              </a:rPr>
              <a:t> the </a:t>
            </a:r>
            <a:r>
              <a:rPr lang="da-DK" sz="3200" dirty="0" err="1">
                <a:latin typeface="CBS NEW" panose="02000506080000020004" pitchFamily="2" charset="0"/>
              </a:rPr>
              <a:t>one</a:t>
            </a:r>
            <a:r>
              <a:rPr lang="da-DK" sz="3200" dirty="0">
                <a:latin typeface="CBS NEW" panose="02000506080000020004" pitchFamily="2" charset="0"/>
              </a:rPr>
              <a:t> </a:t>
            </a:r>
            <a:r>
              <a:rPr lang="da-DK" sz="3200" dirty="0" err="1">
                <a:latin typeface="CBS NEW" panose="02000506080000020004" pitchFamily="2" charset="0"/>
              </a:rPr>
              <a:t>you</a:t>
            </a:r>
            <a:r>
              <a:rPr lang="da-DK" sz="3200" dirty="0">
                <a:latin typeface="CBS NEW" panose="02000506080000020004" pitchFamily="2" charset="0"/>
              </a:rPr>
              <a:t> love’. Gevinsten ved at handle uvederhæftigt stiger, som tillid øges</a:t>
            </a:r>
          </a:p>
          <a:p>
            <a:pPr marL="514350" indent="-514350">
              <a:buFont typeface="+mj-lt"/>
              <a:buAutoNum type="arabicPeriod"/>
            </a:pPr>
            <a:r>
              <a:rPr lang="da-DK" sz="3200" dirty="0">
                <a:latin typeface="CBS NEW" panose="02000506080000020004" pitchFamily="2" charset="0"/>
              </a:rPr>
              <a:t>Bedrageri er effektivt i hold – og hold skabes via tillid</a:t>
            </a:r>
          </a:p>
          <a:p>
            <a:pPr marL="514350" indent="-514350">
              <a:buFont typeface="+mj-lt"/>
              <a:buAutoNum type="arabicPeriod"/>
            </a:pPr>
            <a:r>
              <a:rPr lang="da-DK" sz="3200" dirty="0">
                <a:latin typeface="CBS NEW" panose="02000506080000020004" pitchFamily="2" charset="0"/>
              </a:rPr>
              <a:t>Netværksstrukturen afgør mulighed for uorden. Større konflikter er kun mulige gennem tætte sociale relationer, hvor modstandere kan trække på tilstrækkelige andre allierede</a:t>
            </a:r>
            <a:endParaRPr lang="da-DK"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73983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Konflikt kræver netværk</a:t>
            </a:r>
          </a:p>
        </p:txBody>
      </p:sp>
      <p:sp>
        <p:nvSpPr>
          <p:cNvPr id="3" name="Content Placeholder 2"/>
          <p:cNvSpPr>
            <a:spLocks noGrp="1"/>
          </p:cNvSpPr>
          <p:nvPr>
            <p:ph sz="quarter" idx="11"/>
          </p:nvPr>
        </p:nvSpPr>
        <p:spPr/>
        <p:txBody>
          <a:bodyPr/>
          <a:lstStyle/>
          <a:p>
            <a:r>
              <a:rPr lang="en-US" sz="3200" dirty="0">
                <a:latin typeface="CBS NEW" panose="02000506080000020004" pitchFamily="2" charset="0"/>
              </a:rPr>
              <a:t>I </a:t>
            </a:r>
            <a:r>
              <a:rPr lang="en-US" sz="3200" dirty="0" err="1">
                <a:latin typeface="CBS NEW" panose="02000506080000020004" pitchFamily="2" charset="0"/>
              </a:rPr>
              <a:t>atomiserede</a:t>
            </a:r>
            <a:r>
              <a:rPr lang="en-US" sz="3200" dirty="0">
                <a:latin typeface="CBS NEW" panose="02000506080000020004" pitchFamily="2" charset="0"/>
              </a:rPr>
              <a:t> </a:t>
            </a:r>
            <a:r>
              <a:rPr lang="en-US" sz="3200" dirty="0" err="1">
                <a:latin typeface="CBS NEW" panose="02000506080000020004" pitchFamily="2" charset="0"/>
              </a:rPr>
              <a:t>samfund</a:t>
            </a:r>
            <a:r>
              <a:rPr lang="en-US" sz="3200" dirty="0">
                <a:latin typeface="CBS NEW" panose="02000506080000020004" pitchFamily="2" charset="0"/>
              </a:rPr>
              <a:t>:</a:t>
            </a:r>
          </a:p>
          <a:p>
            <a:r>
              <a:rPr lang="en-US" sz="3200" dirty="0">
                <a:latin typeface="CBS NEW" panose="02000506080000020004" pitchFamily="2" charset="0"/>
              </a:rPr>
              <a:t>	“Disorder and malfeasance do of course occur also when 	social relations are absent. (…) But the </a:t>
            </a:r>
            <a:r>
              <a:rPr lang="en-US" sz="3200" i="1" dirty="0">
                <a:latin typeface="CBS NEW" panose="02000506080000020004" pitchFamily="2" charset="0"/>
              </a:rPr>
              <a:t>level</a:t>
            </a:r>
            <a:r>
              <a:rPr lang="en-US" sz="3200" dirty="0">
                <a:latin typeface="CBS NEW" panose="02000506080000020004" pitchFamily="2" charset="0"/>
              </a:rPr>
              <a:t> of 	malfeasance available in a truly atomized social situation 	is fairly low; instances can only be episodic, unconnected, 	small scale.” </a:t>
            </a:r>
          </a:p>
          <a:p>
            <a:pPr algn="r"/>
            <a:r>
              <a:rPr lang="en-US" sz="3200" dirty="0" err="1">
                <a:latin typeface="CBS NEW" panose="02000506080000020004" pitchFamily="2" charset="0"/>
              </a:rPr>
              <a:t>Granovetter</a:t>
            </a:r>
            <a:r>
              <a:rPr lang="en-US" sz="3200" dirty="0">
                <a:latin typeface="CBS NEW" panose="02000506080000020004" pitchFamily="2" charset="0"/>
              </a:rPr>
              <a:t> (1985: 493, </a:t>
            </a:r>
            <a:r>
              <a:rPr lang="en-US" sz="3200" dirty="0" err="1">
                <a:latin typeface="CBS NEW" panose="02000506080000020004" pitchFamily="2" charset="0"/>
              </a:rPr>
              <a:t>kursivering</a:t>
            </a:r>
            <a:r>
              <a:rPr lang="en-US" sz="3200" dirty="0">
                <a:latin typeface="CBS NEW" panose="02000506080000020004" pitchFamily="2" charset="0"/>
              </a:rPr>
              <a:t> </a:t>
            </a:r>
            <a:r>
              <a:rPr lang="en-US" sz="3200" dirty="0" err="1">
                <a:latin typeface="CBS NEW" panose="02000506080000020004" pitchFamily="2" charset="0"/>
              </a:rPr>
              <a:t>i</a:t>
            </a:r>
            <a:r>
              <a:rPr lang="en-US" sz="3200" dirty="0">
                <a:latin typeface="CBS NEW" panose="02000506080000020004" pitchFamily="2" charset="0"/>
              </a:rPr>
              <a:t> original)</a:t>
            </a:r>
            <a:endParaRPr lang="da-DK"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3768" y="4710274"/>
            <a:ext cx="3782802" cy="2132856"/>
          </a:xfrm>
          <a:prstGeom prst="rect">
            <a:avLst/>
          </a:prstGeom>
        </p:spPr>
      </p:pic>
    </p:spTree>
    <p:extLst>
      <p:ext uri="{BB962C8B-B14F-4D97-AF65-F5344CB8AC3E}">
        <p14:creationId xmlns:p14="http://schemas.microsoft.com/office/powerpoint/2010/main" val="409334609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Granovetters</a:t>
            </a:r>
            <a:r>
              <a:rPr lang="da-DK" sz="4800" dirty="0">
                <a:latin typeface="CBS NEW" panose="02000506080000020004" pitchFamily="2" charset="0"/>
              </a:rPr>
              <a:t> argument</a:t>
            </a:r>
          </a:p>
        </p:txBody>
      </p:sp>
      <p:sp>
        <p:nvSpPr>
          <p:cNvPr id="3" name="Content Placeholder 2"/>
          <p:cNvSpPr>
            <a:spLocks noGrp="1"/>
          </p:cNvSpPr>
          <p:nvPr>
            <p:ph sz="quarter" idx="11"/>
          </p:nvPr>
        </p:nvSpPr>
        <p:spPr/>
        <p:txBody>
          <a:bodyPr>
            <a:normAutofit fontScale="92500"/>
          </a:bodyPr>
          <a:lstStyle/>
          <a:p>
            <a:r>
              <a:rPr lang="da-DK" sz="3200" dirty="0">
                <a:latin typeface="CBS NEW" panose="02000506080000020004" pitchFamily="2" charset="0"/>
              </a:rPr>
              <a:t>I en nøddeskal</a:t>
            </a:r>
          </a:p>
          <a:p>
            <a:pPr algn="just"/>
            <a:r>
              <a:rPr lang="en-US" sz="3200" dirty="0">
                <a:latin typeface="CBS NEW" panose="02000506080000020004" pitchFamily="2" charset="0"/>
              </a:rPr>
              <a:t>	“</a:t>
            </a:r>
            <a:r>
              <a:rPr lang="en-US" sz="3200" b="1" dirty="0">
                <a:latin typeface="CBS NEW" panose="02000506080000020004" pitchFamily="2" charset="0"/>
              </a:rPr>
              <a:t>The embeddedness approach</a:t>
            </a:r>
            <a:r>
              <a:rPr lang="en-US" sz="3200" dirty="0">
                <a:latin typeface="CBS NEW" panose="02000506080000020004" pitchFamily="2" charset="0"/>
              </a:rPr>
              <a:t> to the problem of trust 	and order in economic life, then, threads its way between 	</a:t>
            </a:r>
            <a:r>
              <a:rPr lang="en-US" sz="3200" b="1" dirty="0">
                <a:latin typeface="CBS NEW" panose="02000506080000020004" pitchFamily="2" charset="0"/>
              </a:rPr>
              <a:t>the </a:t>
            </a:r>
            <a:r>
              <a:rPr lang="en-US" sz="3200" b="1" dirty="0" err="1">
                <a:latin typeface="CBS NEW" panose="02000506080000020004" pitchFamily="2" charset="0"/>
              </a:rPr>
              <a:t>oversocialized</a:t>
            </a:r>
            <a:r>
              <a:rPr lang="en-US" sz="3200" b="1" dirty="0">
                <a:latin typeface="CBS NEW" panose="02000506080000020004" pitchFamily="2" charset="0"/>
              </a:rPr>
              <a:t> approach of generalized morality</a:t>
            </a:r>
            <a:r>
              <a:rPr lang="en-US" sz="3200" dirty="0">
                <a:latin typeface="CBS NEW" panose="02000506080000020004" pitchFamily="2" charset="0"/>
              </a:rPr>
              <a:t> 	and </a:t>
            </a:r>
            <a:r>
              <a:rPr lang="en-US" sz="3200" b="1" dirty="0">
                <a:latin typeface="CBS NEW" panose="02000506080000020004" pitchFamily="2" charset="0"/>
              </a:rPr>
              <a:t>the </a:t>
            </a:r>
            <a:r>
              <a:rPr lang="en-US" sz="3200" b="1" dirty="0" err="1">
                <a:latin typeface="CBS NEW" panose="02000506080000020004" pitchFamily="2" charset="0"/>
              </a:rPr>
              <a:t>undersocialized</a:t>
            </a:r>
            <a:r>
              <a:rPr lang="en-US" sz="3200" b="1" dirty="0">
                <a:latin typeface="CBS NEW" panose="02000506080000020004" pitchFamily="2" charset="0"/>
              </a:rPr>
              <a:t> one of impersonal, institutional 	arrangements</a:t>
            </a:r>
            <a:r>
              <a:rPr lang="en-US" sz="3200" dirty="0">
                <a:latin typeface="CBS NEW" panose="02000506080000020004" pitchFamily="2" charset="0"/>
              </a:rPr>
              <a:t> by following and analyzing concrete 	patterns 	of social relations. Unlike either alternative… </a:t>
            </a:r>
            <a:r>
              <a:rPr lang="en-US" sz="3200" b="1" dirty="0">
                <a:latin typeface="CBS NEW" panose="02000506080000020004" pitchFamily="2" charset="0"/>
              </a:rPr>
              <a:t>it makes no 	sweeping (and thus unlikely) predictions of universal order 	or disorder but rather assumes that the details of social 	structure will determine which is found</a:t>
            </a:r>
            <a:r>
              <a:rPr lang="en-US" sz="3200" dirty="0">
                <a:latin typeface="CBS NEW" panose="02000506080000020004" pitchFamily="2" charset="0"/>
              </a:rPr>
              <a:t>.” </a:t>
            </a:r>
          </a:p>
          <a:p>
            <a:pPr algn="r"/>
            <a:r>
              <a:rPr lang="en-US" sz="3200" dirty="0" err="1">
                <a:latin typeface="CBS NEW" panose="02000506080000020004" pitchFamily="2" charset="0"/>
              </a:rPr>
              <a:t>Granovetter</a:t>
            </a:r>
            <a:r>
              <a:rPr lang="en-US" sz="3200" dirty="0">
                <a:latin typeface="CBS NEW" panose="02000506080000020004" pitchFamily="2" charset="0"/>
              </a:rPr>
              <a:t> (1985: 493)</a:t>
            </a:r>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650736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Implikationer</a:t>
            </a:r>
          </a:p>
        </p:txBody>
      </p:sp>
      <p:sp>
        <p:nvSpPr>
          <p:cNvPr id="3" name="Content Placeholder 2"/>
          <p:cNvSpPr>
            <a:spLocks noGrp="1"/>
          </p:cNvSpPr>
          <p:nvPr>
            <p:ph sz="quarter" idx="11"/>
          </p:nvPr>
        </p:nvSpPr>
        <p:spPr/>
        <p:txBody>
          <a:bodyPr>
            <a:normAutofit/>
          </a:bodyPr>
          <a:lstStyle/>
          <a:p>
            <a:pPr marL="457200" indent="-457200">
              <a:buFont typeface="CBS NEW" panose="02000506080000020004" pitchFamily="2" charset="0"/>
              <a:buChar char="—"/>
            </a:pPr>
            <a:r>
              <a:rPr lang="da-DK" sz="3200" dirty="0">
                <a:latin typeface="CBS NEW" panose="02000506080000020004" pitchFamily="2" charset="0"/>
              </a:rPr>
              <a:t>Vi skal tænke i </a:t>
            </a:r>
            <a:r>
              <a:rPr lang="da-DK" sz="3200" b="1" dirty="0">
                <a:latin typeface="CBS NEW" panose="02000506080000020004" pitchFamily="2" charset="0"/>
              </a:rPr>
              <a:t>relationer</a:t>
            </a:r>
          </a:p>
          <a:p>
            <a:pPr marL="814644" lvl="2" indent="-457200">
              <a:buFont typeface="CBS NEW" panose="02000506080000020004" pitchFamily="2" charset="0"/>
              <a:buChar char="—"/>
            </a:pPr>
            <a:r>
              <a:rPr lang="da-DK" sz="2800" dirty="0">
                <a:latin typeface="CBS NEW" panose="02000506080000020004" pitchFamily="2" charset="0"/>
              </a:rPr>
              <a:t>Hvordan er parter forbundet</a:t>
            </a:r>
          </a:p>
          <a:p>
            <a:pPr marL="814644" lvl="2" indent="-457200">
              <a:buFont typeface="CBS NEW" panose="02000506080000020004" pitchFamily="2" charset="0"/>
              <a:buChar char="—"/>
            </a:pPr>
            <a:r>
              <a:rPr lang="da-DK" sz="2800" dirty="0">
                <a:latin typeface="CBS NEW" panose="02000506080000020004" pitchFamily="2" charset="0"/>
              </a:rPr>
              <a:t>Hvordan er de, man er forbundet til forbundet med hinanden</a:t>
            </a:r>
          </a:p>
          <a:p>
            <a:pPr marL="814644" lvl="2" indent="-457200">
              <a:buFont typeface="CBS NEW" panose="02000506080000020004" pitchFamily="2" charset="0"/>
              <a:buChar char="—"/>
            </a:pPr>
            <a:r>
              <a:rPr lang="da-DK" sz="2800" dirty="0">
                <a:latin typeface="CBS NEW" panose="02000506080000020004" pitchFamily="2" charset="0"/>
              </a:rPr>
              <a:t>Formen for interaktionen har betydning for indholdet</a:t>
            </a:r>
          </a:p>
          <a:p>
            <a:pPr marL="457200" indent="-457200">
              <a:buFont typeface="CBS NEW" panose="02000506080000020004" pitchFamily="2" charset="0"/>
              <a:buChar char="—"/>
            </a:pPr>
            <a:r>
              <a:rPr lang="da-DK" sz="3200" dirty="0">
                <a:latin typeface="CBS NEW" panose="02000506080000020004" pitchFamily="2" charset="0"/>
              </a:rPr>
              <a:t>Vi skal tænkte i </a:t>
            </a:r>
            <a:r>
              <a:rPr lang="da-DK" sz="3200" b="1" dirty="0">
                <a:latin typeface="CBS NEW" panose="02000506080000020004" pitchFamily="2" charset="0"/>
              </a:rPr>
              <a:t>processer</a:t>
            </a:r>
            <a:endParaRPr lang="da-DK" sz="3200" dirty="0">
              <a:latin typeface="CBS NEW" panose="02000506080000020004" pitchFamily="2" charset="0"/>
            </a:endParaRPr>
          </a:p>
          <a:p>
            <a:pPr marL="814644" lvl="2" indent="-457200">
              <a:buFont typeface="CBS NEW" panose="02000506080000020004" pitchFamily="2" charset="0"/>
              <a:buChar char="—"/>
            </a:pPr>
            <a:r>
              <a:rPr lang="da-DK" sz="2800" dirty="0">
                <a:latin typeface="CBS NEW" panose="02000506080000020004" pitchFamily="2" charset="0"/>
              </a:rPr>
              <a:t>Relationer foregår over tid. For at forstå økonomisk handlen må vi kende partnernes forhistorie</a:t>
            </a:r>
          </a:p>
          <a:p>
            <a:pPr marL="814644" lvl="2" indent="-457200">
              <a:buFont typeface="CBS NEW" panose="02000506080000020004" pitchFamily="2" charset="0"/>
              <a:buChar char="—"/>
            </a:pPr>
            <a:r>
              <a:rPr lang="da-DK" sz="2800" dirty="0">
                <a:latin typeface="CBS NEW" panose="02000506080000020004" pitchFamily="2" charset="0"/>
              </a:rPr>
              <a:t>Gruppedynamikker kan være ens, selvom medlemmer skiftes ud (hvis det foregår løbende)</a:t>
            </a:r>
          </a:p>
          <a:p>
            <a:pPr marL="457200" indent="-457200">
              <a:buFont typeface="CBS NEW" panose="02000506080000020004" pitchFamily="2" charset="0"/>
              <a:buChar char="—"/>
            </a:pPr>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65917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en-US" dirty="0" err="1">
                <a:latin typeface="CBS NEW" panose="02000506080000020004" pitchFamily="2" charset="0"/>
              </a:rPr>
              <a:t>Virksomhedsstrategi</a:t>
            </a:r>
            <a:r>
              <a:rPr lang="en-US" dirty="0">
                <a:latin typeface="CBS NEW" panose="02000506080000020004" pitchFamily="2" charset="0"/>
              </a:rPr>
              <a:t> </a:t>
            </a:r>
            <a:r>
              <a:rPr lang="en-US" dirty="0" err="1">
                <a:latin typeface="CBS NEW" panose="02000506080000020004" pitchFamily="2" charset="0"/>
              </a:rPr>
              <a:t>i</a:t>
            </a:r>
            <a:r>
              <a:rPr lang="en-US" dirty="0">
                <a:latin typeface="CBS NEW" panose="02000506080000020004" pitchFamily="2" charset="0"/>
              </a:rPr>
              <a:t> et </a:t>
            </a:r>
            <a:r>
              <a:rPr lang="en-US" dirty="0" err="1">
                <a:latin typeface="CBS NEW" panose="02000506080000020004" pitchFamily="2" charset="0"/>
              </a:rPr>
              <a:t>netværksperspektiv</a:t>
            </a:r>
            <a:r>
              <a:rPr lang="en-US" dirty="0">
                <a:latin typeface="CBS NEW" panose="02000506080000020004" pitchFamily="2" charset="0"/>
              </a:rPr>
              <a:t>, </a:t>
            </a:r>
            <a:r>
              <a:rPr lang="en-US" dirty="0" err="1">
                <a:latin typeface="CBS NEW" panose="02000506080000020004" pitchFamily="2" charset="0"/>
              </a:rPr>
              <a:t>Forelæsning</a:t>
            </a:r>
            <a:r>
              <a:rPr lang="en-US" dirty="0">
                <a:latin typeface="CBS NEW" panose="02000506080000020004" pitchFamily="2" charset="0"/>
              </a:rPr>
              <a:t> #9, 27. </a:t>
            </a:r>
            <a:r>
              <a:rPr lang="en-US" dirty="0" err="1">
                <a:latin typeface="CBS NEW" panose="02000506080000020004" pitchFamily="2" charset="0"/>
              </a:rPr>
              <a:t>februar</a:t>
            </a:r>
            <a:r>
              <a:rPr lang="en-US" dirty="0">
                <a:latin typeface="CBS NEW" panose="02000506080000020004" pitchFamily="2" charset="0"/>
              </a:rPr>
              <a:t> 2025</a:t>
            </a:r>
          </a:p>
        </p:txBody>
      </p:sp>
      <p:sp>
        <p:nvSpPr>
          <p:cNvPr id="3" name="Text Placeholder 2"/>
          <p:cNvSpPr>
            <a:spLocks noGrp="1"/>
          </p:cNvSpPr>
          <p:nvPr>
            <p:ph type="body" sz="quarter" idx="11"/>
          </p:nvPr>
        </p:nvSpPr>
        <p:spPr>
          <a:xfrm>
            <a:off x="395288" y="4365104"/>
            <a:ext cx="8353425" cy="648072"/>
          </a:xfrm>
        </p:spPr>
        <p:txBody>
          <a:bodyPr/>
          <a:lstStyle/>
          <a:p>
            <a:r>
              <a:rPr lang="en-US" sz="5400" dirty="0">
                <a:latin typeface="CBS NEW" panose="02000506080000020004" pitchFamily="2" charset="0"/>
              </a:rPr>
              <a:t>2. time: </a:t>
            </a:r>
            <a:r>
              <a:rPr lang="en-US" sz="5400" dirty="0" err="1">
                <a:latin typeface="CBS NEW" panose="02000506080000020004" pitchFamily="2" charset="0"/>
              </a:rPr>
              <a:t>Indlejringens</a:t>
            </a:r>
            <a:r>
              <a:rPr lang="en-US" sz="5400" dirty="0">
                <a:latin typeface="CBS NEW" panose="02000506080000020004" pitchFamily="2" charset="0"/>
              </a:rPr>
              <a:t> paradox og </a:t>
            </a:r>
            <a:r>
              <a:rPr lang="en-US" sz="5400" dirty="0" err="1">
                <a:latin typeface="CBS NEW" panose="02000506080000020004" pitchFamily="2" charset="0"/>
              </a:rPr>
              <a:t>strukturelle</a:t>
            </a:r>
            <a:r>
              <a:rPr lang="en-US" sz="5400" dirty="0">
                <a:latin typeface="CBS NEW" panose="02000506080000020004" pitchFamily="2" charset="0"/>
              </a:rPr>
              <a:t> folder</a:t>
            </a: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24617970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Uzzi</a:t>
            </a:r>
            <a:r>
              <a:rPr lang="da-DK" sz="4800" dirty="0">
                <a:latin typeface="CBS NEW" panose="02000506080000020004" pitchFamily="2" charset="0"/>
              </a:rPr>
              <a:t>: Indlejringens paradoks</a:t>
            </a:r>
          </a:p>
        </p:txBody>
      </p:sp>
      <p:sp>
        <p:nvSpPr>
          <p:cNvPr id="3" name="Content Placeholder 2"/>
          <p:cNvSpPr>
            <a:spLocks noGrp="1"/>
          </p:cNvSpPr>
          <p:nvPr>
            <p:ph sz="quarter" idx="11"/>
          </p:nvPr>
        </p:nvSpPr>
        <p:spPr>
          <a:xfrm>
            <a:off x="395289" y="1124743"/>
            <a:ext cx="4608759" cy="5139531"/>
          </a:xfrm>
        </p:spPr>
        <p:txBody>
          <a:bodyPr>
            <a:normAutofit/>
          </a:bodyPr>
          <a:lstStyle/>
          <a:p>
            <a:r>
              <a:rPr lang="da-DK" sz="3200" dirty="0">
                <a:latin typeface="CBS NEW" panose="02000506080000020004" pitchFamily="2" charset="0"/>
              </a:rPr>
              <a:t>Bygger videre på </a:t>
            </a:r>
            <a:r>
              <a:rPr lang="da-DK" sz="3200" dirty="0" err="1">
                <a:latin typeface="CBS NEW" panose="02000506080000020004" pitchFamily="2" charset="0"/>
              </a:rPr>
              <a:t>Granovetter</a:t>
            </a:r>
            <a:endParaRPr lang="da-DK" sz="3200" dirty="0">
              <a:latin typeface="CBS NEW" panose="02000506080000020004" pitchFamily="2" charset="0"/>
            </a:endParaRPr>
          </a:p>
          <a:p>
            <a:pPr marL="342900" indent="-342900">
              <a:buFont typeface="CBS NEW" panose="02000506080000020004" pitchFamily="2" charset="0"/>
              <a:buChar char="—"/>
            </a:pPr>
            <a:r>
              <a:rPr lang="da-DK" sz="3200" dirty="0">
                <a:latin typeface="CBS NEW" panose="02000506080000020004" pitchFamily="2" charset="0"/>
              </a:rPr>
              <a:t>Ser på forskellige typer af netværksindlejring i New Yorks modeindustri</a:t>
            </a:r>
          </a:p>
          <a:p>
            <a:pPr marL="342900" indent="-342900">
              <a:buFont typeface="CBS NEW" panose="02000506080000020004" pitchFamily="2" charset="0"/>
              <a:buChar char="—"/>
            </a:pPr>
            <a:r>
              <a:rPr lang="da-DK" sz="3200" dirty="0">
                <a:latin typeface="CBS NEW" panose="02000506080000020004" pitchFamily="2" charset="0"/>
              </a:rPr>
              <a:t>Skelner mellem tætte, indlejrede forbindelser og armslængde forbindelser</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7" name="Content Placeholder 6"/>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4860032" y="1484784"/>
            <a:ext cx="3960813" cy="3960813"/>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4797152"/>
            <a:ext cx="1562100" cy="1905000"/>
          </a:xfrm>
          <a:prstGeom prst="rect">
            <a:avLst/>
          </a:prstGeom>
        </p:spPr>
      </p:pic>
    </p:spTree>
    <p:extLst>
      <p:ext uri="{BB962C8B-B14F-4D97-AF65-F5344CB8AC3E}">
        <p14:creationId xmlns:p14="http://schemas.microsoft.com/office/powerpoint/2010/main" val="332999042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400" dirty="0" err="1">
                <a:latin typeface="CBS NEW" panose="02000506080000020004" pitchFamily="2" charset="0"/>
              </a:rPr>
              <a:t>Uzzi</a:t>
            </a:r>
            <a:r>
              <a:rPr lang="da-DK" sz="4400" dirty="0">
                <a:latin typeface="CBS NEW" panose="02000506080000020004" pitchFamily="2" charset="0"/>
              </a:rPr>
              <a:t>: Virksomhedens netværk</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stretch>
            <a:fillRect/>
          </a:stretch>
        </p:blipFill>
        <p:spPr>
          <a:xfrm>
            <a:off x="1979712" y="1078801"/>
            <a:ext cx="4896544" cy="5674875"/>
          </a:xfrm>
          <a:prstGeom prst="rect">
            <a:avLst/>
          </a:prstGeom>
        </p:spPr>
      </p:pic>
    </p:spTree>
    <p:extLst>
      <p:ext uri="{BB962C8B-B14F-4D97-AF65-F5344CB8AC3E}">
        <p14:creationId xmlns:p14="http://schemas.microsoft.com/office/powerpoint/2010/main" val="40982970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400" dirty="0" err="1">
                <a:latin typeface="CBS NEW" panose="02000506080000020004" pitchFamily="2" charset="0"/>
              </a:rPr>
              <a:t>Uzzi</a:t>
            </a:r>
            <a:r>
              <a:rPr lang="da-DK" sz="4400" dirty="0">
                <a:latin typeface="CBS NEW" panose="02000506080000020004" pitchFamily="2" charset="0"/>
              </a:rPr>
              <a:t>: De 21 virksomheder</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rotWithShape="1">
          <a:blip r:embed="rId2"/>
          <a:srcRect r="4112"/>
          <a:stretch/>
        </p:blipFill>
        <p:spPr>
          <a:xfrm>
            <a:off x="683569" y="1154950"/>
            <a:ext cx="7848872" cy="5730434"/>
          </a:xfrm>
          <a:prstGeom prst="rect">
            <a:avLst/>
          </a:prstGeom>
        </p:spPr>
      </p:pic>
    </p:spTree>
    <p:extLst>
      <p:ext uri="{BB962C8B-B14F-4D97-AF65-F5344CB8AC3E}">
        <p14:creationId xmlns:p14="http://schemas.microsoft.com/office/powerpoint/2010/main" val="311645680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Uzzi</a:t>
            </a:r>
            <a:r>
              <a:rPr lang="da-DK" sz="4800" dirty="0">
                <a:latin typeface="CBS NEW" panose="02000506080000020004" pitchFamily="2" charset="0"/>
              </a:rPr>
              <a:t>: De to typer netværk</a:t>
            </a:r>
          </a:p>
        </p:txBody>
      </p:sp>
      <p:sp>
        <p:nvSpPr>
          <p:cNvPr id="3" name="Content Placeholder 2"/>
          <p:cNvSpPr>
            <a:spLocks noGrp="1"/>
          </p:cNvSpPr>
          <p:nvPr>
            <p:ph sz="quarter" idx="11"/>
          </p:nvPr>
        </p:nvSpPr>
        <p:spPr>
          <a:xfrm>
            <a:off x="395289" y="1124743"/>
            <a:ext cx="4248719" cy="5139531"/>
          </a:xfrm>
        </p:spPr>
        <p:txBody>
          <a:bodyPr>
            <a:noAutofit/>
          </a:bodyPr>
          <a:lstStyle/>
          <a:p>
            <a:r>
              <a:rPr lang="da-DK" sz="3200" b="1" dirty="0">
                <a:latin typeface="CBS NEW" panose="02000506080000020004" pitchFamily="2" charset="0"/>
              </a:rPr>
              <a:t>Indlejrede netværk</a:t>
            </a:r>
          </a:p>
          <a:p>
            <a:pPr marL="342900" indent="-342900">
              <a:buFont typeface="CBS NEW" panose="02000506080000020004" pitchFamily="2" charset="0"/>
              <a:buChar char="—"/>
            </a:pPr>
            <a:r>
              <a:rPr lang="da-DK" sz="2400" dirty="0">
                <a:latin typeface="CBS NEW" panose="02000506080000020004" pitchFamily="2" charset="0"/>
              </a:rPr>
              <a:t>Tillid</a:t>
            </a:r>
          </a:p>
          <a:p>
            <a:pPr marL="525181" lvl="1" indent="-342900">
              <a:buFont typeface="CBS NEW" panose="02000506080000020004" pitchFamily="2" charset="0"/>
              <a:buChar char="—"/>
            </a:pPr>
            <a:r>
              <a:rPr lang="da-DK" sz="2400" dirty="0">
                <a:latin typeface="CBS NEW" panose="02000506080000020004" pitchFamily="2" charset="0"/>
              </a:rPr>
              <a:t>Ingen monitoreringssystemer</a:t>
            </a:r>
          </a:p>
          <a:p>
            <a:pPr marL="525181" lvl="1" indent="-342900">
              <a:buFont typeface="CBS NEW" panose="02000506080000020004" pitchFamily="2" charset="0"/>
              <a:buChar char="—"/>
            </a:pPr>
            <a:r>
              <a:rPr lang="da-DK" sz="2400" dirty="0">
                <a:latin typeface="CBS NEW" panose="02000506080000020004" pitchFamily="2" charset="0"/>
              </a:rPr>
              <a:t>Ingen risikovurdering </a:t>
            </a:r>
          </a:p>
          <a:p>
            <a:pPr marL="700344" lvl="2" indent="-342900">
              <a:buFont typeface="CBS NEW" panose="02000506080000020004" pitchFamily="2" charset="0"/>
              <a:buChar char="—"/>
            </a:pPr>
            <a:r>
              <a:rPr lang="da-DK" sz="2400" dirty="0">
                <a:latin typeface="CBS NEW" panose="02000506080000020004" pitchFamily="2" charset="0"/>
              </a:rPr>
              <a:t>I stedet heuristisk baserede processer</a:t>
            </a:r>
          </a:p>
          <a:p>
            <a:pPr marL="525181" lvl="1" indent="-342900">
              <a:buFont typeface="CBS NEW" panose="02000506080000020004" pitchFamily="2" charset="0"/>
              <a:buChar char="—"/>
            </a:pPr>
            <a:r>
              <a:rPr lang="da-DK" sz="2400" dirty="0">
                <a:latin typeface="CBS NEW" panose="02000506080000020004" pitchFamily="2" charset="0"/>
              </a:rPr>
              <a:t>Investeringer tages på trods af risici</a:t>
            </a:r>
          </a:p>
          <a:p>
            <a:pPr marL="342900" indent="-342900">
              <a:buFont typeface="CBS NEW" panose="02000506080000020004" pitchFamily="2" charset="0"/>
              <a:buChar char="—"/>
            </a:pPr>
            <a:r>
              <a:rPr lang="da-DK" sz="2400" dirty="0">
                <a:latin typeface="CBS NEW" panose="02000506080000020004" pitchFamily="2" charset="0"/>
              </a:rPr>
              <a:t>Samarbejde</a:t>
            </a:r>
          </a:p>
          <a:p>
            <a:pPr marL="525181" lvl="1" indent="-342900">
              <a:buFont typeface="CBS NEW" panose="02000506080000020004" pitchFamily="2" charset="0"/>
              <a:buChar char="—"/>
            </a:pPr>
            <a:r>
              <a:rPr lang="da-DK" sz="2400" dirty="0">
                <a:latin typeface="CBS NEW" panose="02000506080000020004" pitchFamily="2" charset="0"/>
              </a:rPr>
              <a:t>Kollektiv problemløsning</a:t>
            </a:r>
          </a:p>
          <a:p>
            <a:pPr marL="525181" lvl="1" indent="-342900">
              <a:buFont typeface="CBS NEW" panose="02000506080000020004" pitchFamily="2" charset="0"/>
              <a:buChar char="—"/>
            </a:pPr>
            <a:r>
              <a:rPr lang="da-DK" sz="2400" dirty="0">
                <a:latin typeface="CBS NEW" panose="02000506080000020004" pitchFamily="2" charset="0"/>
              </a:rPr>
              <a:t>Prissætning er ikke den mest effektive made at koordinere transaktioner</a:t>
            </a:r>
          </a:p>
          <a:p>
            <a:pPr marL="525181" lvl="1" indent="-342900">
              <a:buFont typeface="CBS NEW" panose="02000506080000020004" pitchFamily="2" charset="0"/>
              <a:buChar char="—"/>
            </a:pPr>
            <a:r>
              <a:rPr lang="da-DK" sz="2400" dirty="0">
                <a:latin typeface="CBS NEW" panose="02000506080000020004" pitchFamily="2" charset="0"/>
              </a:rPr>
              <a:t>Fælles forhandlinger og gensidig tilpasning</a:t>
            </a:r>
          </a:p>
          <a:p>
            <a:pPr marL="342900" indent="-342900">
              <a:buFont typeface="CBS NEW" panose="02000506080000020004" pitchFamily="2" charset="0"/>
              <a:buChar char="—"/>
            </a:pPr>
            <a:r>
              <a:rPr lang="da-DK" sz="2400" dirty="0">
                <a:latin typeface="CBS NEW" panose="02000506080000020004" pitchFamily="2" charset="0"/>
              </a:rPr>
              <a:t>Nøjagtig informationsudveksling</a:t>
            </a:r>
            <a:endParaRPr lang="da-DK" sz="16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2"/>
          </p:nvPr>
        </p:nvSpPr>
        <p:spPr/>
        <p:txBody>
          <a:bodyPr>
            <a:normAutofit/>
          </a:bodyPr>
          <a:lstStyle/>
          <a:p>
            <a:r>
              <a:rPr lang="da-DK" sz="3200" b="1" dirty="0">
                <a:latin typeface="CBS NEW" panose="02000506080000020004" pitchFamily="2" charset="0"/>
              </a:rPr>
              <a:t>Armslængde netværk</a:t>
            </a:r>
          </a:p>
          <a:p>
            <a:pPr marL="342900" indent="-342900">
              <a:buFont typeface="CBS NEW" panose="02000506080000020004" pitchFamily="2" charset="0"/>
              <a:buChar char="—"/>
            </a:pPr>
            <a:r>
              <a:rPr lang="da-DK" sz="2400" dirty="0">
                <a:latin typeface="CBS NEW" panose="02000506080000020004" pitchFamily="2" charset="0"/>
              </a:rPr>
              <a:t>Formelle</a:t>
            </a:r>
          </a:p>
          <a:p>
            <a:pPr marL="342900" indent="-342900">
              <a:buFont typeface="CBS NEW" panose="02000506080000020004" pitchFamily="2" charset="0"/>
              <a:buChar char="—"/>
            </a:pPr>
            <a:r>
              <a:rPr lang="da-DK" sz="2400" dirty="0">
                <a:latin typeface="CBS NEW" panose="02000506080000020004" pitchFamily="2" charset="0"/>
              </a:rPr>
              <a:t>Kontraktbaserede, juridisk styrede</a:t>
            </a:r>
          </a:p>
          <a:p>
            <a:pPr marL="342900" indent="-342900">
              <a:buFont typeface="CBS NEW" panose="02000506080000020004" pitchFamily="2" charset="0"/>
              <a:buChar char="—"/>
            </a:pPr>
            <a:r>
              <a:rPr lang="da-DK" sz="2400" dirty="0">
                <a:latin typeface="CBS NEW" panose="02000506080000020004" pitchFamily="2" charset="0"/>
              </a:rPr>
              <a:t>Mindre effektive</a:t>
            </a:r>
          </a:p>
          <a:p>
            <a:pPr marL="342900" indent="-342900">
              <a:buFont typeface="CBS NEW" panose="02000506080000020004" pitchFamily="2" charset="0"/>
              <a:buChar char="—"/>
            </a:pPr>
            <a:r>
              <a:rPr lang="da-DK" sz="2400" dirty="0">
                <a:latin typeface="CBS NEW" panose="02000506080000020004" pitchFamily="2" charset="0"/>
              </a:rPr>
              <a:t>Mindre innovative</a:t>
            </a:r>
            <a:endParaRPr lang="da-DK" sz="2400" dirty="0"/>
          </a:p>
        </p:txBody>
      </p:sp>
    </p:spTree>
    <p:extLst>
      <p:ext uri="{BB962C8B-B14F-4D97-AF65-F5344CB8AC3E}">
        <p14:creationId xmlns:p14="http://schemas.microsoft.com/office/powerpoint/2010/main" val="33227089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10" end="10"/>
                                            </p:txEl>
                                          </p:spTgt>
                                        </p:tgtEl>
                                        <p:attrNameLst>
                                          <p:attrName>style.visibility</p:attrName>
                                        </p:attrNameLst>
                                      </p:cBhvr>
                                      <p:to>
                                        <p:strVal val="visible"/>
                                      </p:to>
                                    </p:set>
                                    <p:animEffect transition="in" filter="fade">
                                      <p:cBhvr>
                                        <p:cTn id="70" dur="1000"/>
                                        <p:tgtEl>
                                          <p:spTgt spid="3">
                                            <p:txEl>
                                              <p:pRg st="10" end="10"/>
                                            </p:txEl>
                                          </p:spTgt>
                                        </p:tgtEl>
                                      </p:cBhvr>
                                    </p:animEffect>
                                    <p:anim calcmode="lin" valueType="num">
                                      <p:cBhvr>
                                        <p:cTn id="71"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4">
                                            <p:txEl>
                                              <p:pRg st="1" end="1"/>
                                            </p:txEl>
                                          </p:spTgt>
                                        </p:tgtEl>
                                        <p:attrNameLst>
                                          <p:attrName>style.visibility</p:attrName>
                                        </p:attrNameLst>
                                      </p:cBhvr>
                                      <p:to>
                                        <p:strVal val="visible"/>
                                      </p:to>
                                    </p:set>
                                    <p:animEffect transition="in" filter="fade">
                                      <p:cBhvr>
                                        <p:cTn id="77" dur="1000"/>
                                        <p:tgtEl>
                                          <p:spTgt spid="4">
                                            <p:txEl>
                                              <p:pRg st="1" end="1"/>
                                            </p:txEl>
                                          </p:spTgt>
                                        </p:tgtEl>
                                      </p:cBhvr>
                                    </p:animEffect>
                                    <p:anim calcmode="lin" valueType="num">
                                      <p:cBhvr>
                                        <p:cTn id="7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4">
                                            <p:txEl>
                                              <p:pRg st="2" end="2"/>
                                            </p:txEl>
                                          </p:spTgt>
                                        </p:tgtEl>
                                        <p:attrNameLst>
                                          <p:attrName>style.visibility</p:attrName>
                                        </p:attrNameLst>
                                      </p:cBhvr>
                                      <p:to>
                                        <p:strVal val="visible"/>
                                      </p:to>
                                    </p:set>
                                    <p:animEffect transition="in" filter="fade">
                                      <p:cBhvr>
                                        <p:cTn id="84" dur="1000"/>
                                        <p:tgtEl>
                                          <p:spTgt spid="4">
                                            <p:txEl>
                                              <p:pRg st="2" end="2"/>
                                            </p:txEl>
                                          </p:spTgt>
                                        </p:tgtEl>
                                      </p:cBhvr>
                                    </p:animEffect>
                                    <p:anim calcmode="lin" valueType="num">
                                      <p:cBhvr>
                                        <p:cTn id="8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4">
                                            <p:txEl>
                                              <p:pRg st="3" end="3"/>
                                            </p:txEl>
                                          </p:spTgt>
                                        </p:tgtEl>
                                        <p:attrNameLst>
                                          <p:attrName>style.visibility</p:attrName>
                                        </p:attrNameLst>
                                      </p:cBhvr>
                                      <p:to>
                                        <p:strVal val="visible"/>
                                      </p:to>
                                    </p:set>
                                    <p:animEffect transition="in" filter="fade">
                                      <p:cBhvr>
                                        <p:cTn id="91" dur="1000"/>
                                        <p:tgtEl>
                                          <p:spTgt spid="4">
                                            <p:txEl>
                                              <p:pRg st="3" end="3"/>
                                            </p:txEl>
                                          </p:spTgt>
                                        </p:tgtEl>
                                      </p:cBhvr>
                                    </p:animEffect>
                                    <p:anim calcmode="lin" valueType="num">
                                      <p:cBhvr>
                                        <p:cTn id="9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4" end="4"/>
                                            </p:txEl>
                                          </p:spTgt>
                                        </p:tgtEl>
                                        <p:attrNameLst>
                                          <p:attrName>style.visibility</p:attrName>
                                        </p:attrNameLst>
                                      </p:cBhvr>
                                      <p:to>
                                        <p:strVal val="visible"/>
                                      </p:to>
                                    </p:set>
                                    <p:animEffect transition="in" filter="fade">
                                      <p:cBhvr>
                                        <p:cTn id="98" dur="1000"/>
                                        <p:tgtEl>
                                          <p:spTgt spid="4">
                                            <p:txEl>
                                              <p:pRg st="4" end="4"/>
                                            </p:txEl>
                                          </p:spTgt>
                                        </p:tgtEl>
                                      </p:cBhvr>
                                    </p:animEffect>
                                    <p:anim calcmode="lin" valueType="num">
                                      <p:cBhvr>
                                        <p:cTn id="9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Uzzi</a:t>
            </a:r>
            <a:r>
              <a:rPr lang="da-DK" sz="4800" dirty="0">
                <a:latin typeface="CBS NEW" panose="02000506080000020004" pitchFamily="2" charset="0"/>
              </a:rPr>
              <a:t>: Indlejringens paradoks</a:t>
            </a:r>
          </a:p>
        </p:txBody>
      </p:sp>
      <p:sp>
        <p:nvSpPr>
          <p:cNvPr id="3" name="Content Placeholder 2"/>
          <p:cNvSpPr>
            <a:spLocks noGrp="1"/>
          </p:cNvSpPr>
          <p:nvPr>
            <p:ph sz="quarter" idx="11"/>
          </p:nvPr>
        </p:nvSpPr>
        <p:spPr>
          <a:xfrm>
            <a:off x="395290" y="1124743"/>
            <a:ext cx="3470210" cy="5139531"/>
          </a:xfrm>
        </p:spPr>
        <p:txBody>
          <a:bodyPr>
            <a:normAutofit lnSpcReduction="10000"/>
          </a:bodyPr>
          <a:lstStyle/>
          <a:p>
            <a:r>
              <a:rPr lang="da-DK" sz="3200" dirty="0">
                <a:latin typeface="CBS NEW" panose="02000506080000020004" pitchFamily="2" charset="0"/>
              </a:rPr>
              <a:t>Men: </a:t>
            </a:r>
          </a:p>
          <a:p>
            <a:r>
              <a:rPr lang="da-DK" sz="3200" dirty="0">
                <a:latin typeface="CBS NEW" panose="02000506080000020004" pitchFamily="2" charset="0"/>
              </a:rPr>
              <a:t>Indlejring kan blive en belastning af tre årsager</a:t>
            </a:r>
          </a:p>
          <a:p>
            <a:pPr marL="514350" indent="-514350">
              <a:buFont typeface="+mj-lt"/>
              <a:buAutoNum type="arabicPeriod"/>
            </a:pPr>
            <a:r>
              <a:rPr lang="da-DK" sz="3200" dirty="0">
                <a:latin typeface="CBS NEW" panose="02000506080000020004" pitchFamily="2" charset="0"/>
              </a:rPr>
              <a:t>Hvis en central spiller I netværket forsvinder uforudset</a:t>
            </a:r>
          </a:p>
          <a:p>
            <a:pPr marL="514350" indent="-514350">
              <a:buFont typeface="+mj-lt"/>
              <a:buAutoNum type="arabicPeriod"/>
            </a:pPr>
            <a:r>
              <a:rPr lang="da-DK" sz="3200" dirty="0">
                <a:latin typeface="CBS NEW" panose="02000506080000020004" pitchFamily="2" charset="0"/>
              </a:rPr>
              <a:t>Institutionelle kræfter rationaliserer markedet</a:t>
            </a:r>
          </a:p>
          <a:p>
            <a:pPr marL="514350" indent="-514350">
              <a:buFont typeface="+mj-lt"/>
              <a:buAutoNum type="arabicPeriod"/>
            </a:pPr>
            <a:r>
              <a:rPr lang="da-DK" sz="3200" dirty="0">
                <a:latin typeface="CBS NEW" panose="02000506080000020004" pitchFamily="2" charset="0"/>
              </a:rPr>
              <a:t>Netværket er overindlejret</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2"/>
          </p:nvPr>
        </p:nvSpPr>
        <p:spPr/>
        <p:txBody>
          <a:bodyPr/>
          <a:lstStyle/>
          <a:p>
            <a:endParaRPr lang="da-DK"/>
          </a:p>
        </p:txBody>
      </p:sp>
      <p:pic>
        <p:nvPicPr>
          <p:cNvPr id="6" name="Picture 5"/>
          <p:cNvPicPr>
            <a:picLocks noChangeAspect="1"/>
          </p:cNvPicPr>
          <p:nvPr/>
        </p:nvPicPr>
        <p:blipFill rotWithShape="1">
          <a:blip r:embed="rId2"/>
          <a:srcRect b="1112"/>
          <a:stretch/>
        </p:blipFill>
        <p:spPr>
          <a:xfrm>
            <a:off x="3865499" y="1115591"/>
            <a:ext cx="5278501" cy="5193729"/>
          </a:xfrm>
          <a:prstGeom prst="rect">
            <a:avLst/>
          </a:prstGeom>
        </p:spPr>
      </p:pic>
    </p:spTree>
    <p:extLst>
      <p:ext uri="{BB962C8B-B14F-4D97-AF65-F5344CB8AC3E}">
        <p14:creationId xmlns:p14="http://schemas.microsoft.com/office/powerpoint/2010/main" val="416116839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Uzzi</a:t>
            </a:r>
            <a:r>
              <a:rPr lang="da-DK" sz="4800" dirty="0">
                <a:latin typeface="CBS NEW" panose="02000506080000020004" pitchFamily="2" charset="0"/>
              </a:rPr>
              <a:t>: Indlejringens paradoks</a:t>
            </a:r>
          </a:p>
        </p:txBody>
      </p:sp>
      <p:sp>
        <p:nvSpPr>
          <p:cNvPr id="3" name="Content Placeholder 2"/>
          <p:cNvSpPr>
            <a:spLocks noGrp="1"/>
          </p:cNvSpPr>
          <p:nvPr>
            <p:ph sz="quarter" idx="11"/>
          </p:nvPr>
        </p:nvSpPr>
        <p:spPr>
          <a:xfrm>
            <a:off x="395290" y="1124743"/>
            <a:ext cx="4032694" cy="5139531"/>
          </a:xfrm>
        </p:spPr>
        <p:txBody>
          <a:bodyPr>
            <a:normAutofit/>
          </a:bodyPr>
          <a:lstStyle/>
          <a:p>
            <a:r>
              <a:rPr lang="en-US" sz="3200" dirty="0" err="1">
                <a:latin typeface="CBS NEW" panose="02000506080000020004" pitchFamily="2" charset="0"/>
              </a:rPr>
              <a:t>Altså</a:t>
            </a:r>
            <a:r>
              <a:rPr lang="en-US" sz="3200" dirty="0">
                <a:latin typeface="CBS NEW" panose="02000506080000020004" pitchFamily="2" charset="0"/>
              </a:rPr>
              <a:t>, for </a:t>
            </a:r>
            <a:r>
              <a:rPr lang="en-US" sz="3200" dirty="0" err="1">
                <a:latin typeface="CBS NEW" panose="02000506080000020004" pitchFamily="2" charset="0"/>
              </a:rPr>
              <a:t>høj</a:t>
            </a:r>
            <a:r>
              <a:rPr lang="en-US" sz="3200" dirty="0">
                <a:latin typeface="CBS NEW" panose="02000506080000020004" pitchFamily="2" charset="0"/>
              </a:rPr>
              <a:t> grad </a:t>
            </a:r>
            <a:r>
              <a:rPr lang="en-US" sz="3200" dirty="0" err="1">
                <a:latin typeface="CBS NEW" panose="02000506080000020004" pitchFamily="2" charset="0"/>
              </a:rPr>
              <a:t>af</a:t>
            </a:r>
            <a:r>
              <a:rPr lang="en-US" sz="3200" dirty="0">
                <a:latin typeface="CBS NEW" panose="02000506080000020004" pitchFamily="2" charset="0"/>
              </a:rPr>
              <a:t> </a:t>
            </a:r>
            <a:r>
              <a:rPr lang="en-US" sz="3200" dirty="0" err="1">
                <a:latin typeface="CBS NEW" panose="02000506080000020004" pitchFamily="2" charset="0"/>
              </a:rPr>
              <a:t>netværksindlejring</a:t>
            </a:r>
            <a:r>
              <a:rPr lang="en-US" sz="3200" dirty="0">
                <a:latin typeface="CBS NEW" panose="02000506080000020004" pitchFamily="2" charset="0"/>
              </a:rPr>
              <a:t> </a:t>
            </a:r>
          </a:p>
          <a:p>
            <a:r>
              <a:rPr lang="en-US" sz="3200" dirty="0">
                <a:latin typeface="CBS NEW" panose="02000506080000020004" pitchFamily="2" charset="0"/>
              </a:rPr>
              <a:t>	“…can derail economic 	performance by making 	firms vulnerable to 	exogenous shocks or 	insulating them from 	information that exists 	beyond their network.” </a:t>
            </a:r>
          </a:p>
          <a:p>
            <a:pPr algn="r"/>
            <a:r>
              <a:rPr lang="en-US" sz="3200" dirty="0" err="1">
                <a:latin typeface="CBS NEW" panose="02000506080000020004" pitchFamily="2" charset="0"/>
              </a:rPr>
              <a:t>Uzzi</a:t>
            </a:r>
            <a:r>
              <a:rPr lang="en-US" sz="3200" dirty="0">
                <a:latin typeface="CBS NEW" panose="02000506080000020004" pitchFamily="2" charset="0"/>
              </a:rPr>
              <a:t> (1997: 35)</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7" name="Content Placeholder 6"/>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4860032" y="1484784"/>
            <a:ext cx="3960813" cy="3960813"/>
          </a:xfrm>
        </p:spPr>
      </p:pic>
    </p:spTree>
    <p:extLst>
      <p:ext uri="{BB962C8B-B14F-4D97-AF65-F5344CB8AC3E}">
        <p14:creationId xmlns:p14="http://schemas.microsoft.com/office/powerpoint/2010/main" val="148880377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Summeøvelse</a:t>
            </a:r>
            <a:r>
              <a:rPr lang="da-DK" sz="4800" dirty="0">
                <a:latin typeface="CBS NEW" panose="02000506080000020004" pitchFamily="2" charset="0"/>
              </a:rPr>
              <a:t> II:</a:t>
            </a:r>
          </a:p>
        </p:txBody>
      </p:sp>
      <p:sp>
        <p:nvSpPr>
          <p:cNvPr id="3" name="Content Placeholder 2"/>
          <p:cNvSpPr>
            <a:spLocks noGrp="1"/>
          </p:cNvSpPr>
          <p:nvPr>
            <p:ph sz="quarter" idx="11"/>
          </p:nvPr>
        </p:nvSpPr>
        <p:spPr/>
        <p:txBody>
          <a:bodyPr>
            <a:normAutofit/>
          </a:bodyPr>
          <a:lstStyle/>
          <a:p>
            <a:pPr marL="457200" indent="-457200">
              <a:buFontTx/>
              <a:buChar char="—"/>
            </a:pPr>
            <a:r>
              <a:rPr lang="da-DK" sz="3200" dirty="0">
                <a:latin typeface="CBS NEW" panose="02000506080000020004" pitchFamily="2" charset="0"/>
              </a:rPr>
              <a:t>Find eksempler på to brancher, der er præget af henholdsvis underindlejrede, armslængde netværk og overindlejrede netværk  </a:t>
            </a:r>
          </a:p>
          <a:p>
            <a:pPr marL="457200" indent="-457200">
              <a:buFontTx/>
              <a:buChar char="—"/>
            </a:pPr>
            <a:r>
              <a:rPr lang="da-DK" sz="3200" dirty="0">
                <a:latin typeface="CBS NEW" panose="02000506080000020004" pitchFamily="2" charset="0"/>
              </a:rPr>
              <a:t>Arbejd i to-og-to</a:t>
            </a:r>
          </a:p>
          <a:p>
            <a:pPr marL="457200" indent="-457200">
              <a:buFontTx/>
              <a:buChar char="—"/>
            </a:pPr>
            <a:r>
              <a:rPr lang="da-DK" sz="3200" dirty="0">
                <a:latin typeface="CBS NEW" panose="02000506080000020004" pitchFamily="2" charset="0"/>
              </a:rPr>
              <a:t>Føj eksempler til her: </a:t>
            </a:r>
            <a:r>
              <a:rPr lang="da-DK" sz="3200" dirty="0">
                <a:latin typeface="CBS NEW" panose="02000506080000020004" pitchFamily="2" charset="0"/>
                <a:hlinkClick r:id="rId2"/>
              </a:rPr>
              <a:t>https://docs.google.com/presentation/d/1EDspcIuD-JZB3SE0n-e7EAWALg01AEKD6DgZHh4OlOg/edit?usp=sharing</a:t>
            </a:r>
            <a:endParaRPr lang="da-DK" sz="3200" dirty="0">
              <a:latin typeface="CBS NEW" panose="02000506080000020004" pitchFamily="2" charset="0"/>
            </a:endParaRPr>
          </a:p>
          <a:p>
            <a:pPr marL="457200" indent="-457200">
              <a:buFontTx/>
              <a:buChar char="—"/>
            </a:pPr>
            <a:r>
              <a:rPr lang="da-DK" sz="3200" dirty="0">
                <a:latin typeface="CBS NEW" panose="02000506080000020004" pitchFamily="2" charset="0"/>
              </a:rPr>
              <a:t>Vi har 6 minutter</a:t>
            </a:r>
            <a:endParaRPr lang="da-DK" sz="28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664577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en-US" dirty="0" err="1">
                <a:latin typeface="CBS NEW" panose="02000506080000020004" pitchFamily="2" charset="0"/>
              </a:rPr>
              <a:t>Virksomhedsstrategi</a:t>
            </a:r>
            <a:r>
              <a:rPr lang="en-US" dirty="0">
                <a:latin typeface="CBS NEW" panose="02000506080000020004" pitchFamily="2" charset="0"/>
              </a:rPr>
              <a:t> </a:t>
            </a:r>
            <a:r>
              <a:rPr lang="en-US" dirty="0" err="1">
                <a:latin typeface="CBS NEW" panose="02000506080000020004" pitchFamily="2" charset="0"/>
              </a:rPr>
              <a:t>i</a:t>
            </a:r>
            <a:r>
              <a:rPr lang="en-US" dirty="0">
                <a:latin typeface="CBS NEW" panose="02000506080000020004" pitchFamily="2" charset="0"/>
              </a:rPr>
              <a:t> et </a:t>
            </a:r>
            <a:r>
              <a:rPr lang="en-US" dirty="0" err="1">
                <a:latin typeface="CBS NEW" panose="02000506080000020004" pitchFamily="2" charset="0"/>
              </a:rPr>
              <a:t>netværksperspektiv</a:t>
            </a:r>
            <a:r>
              <a:rPr lang="en-US" dirty="0">
                <a:latin typeface="CBS NEW" panose="02000506080000020004" pitchFamily="2" charset="0"/>
              </a:rPr>
              <a:t>, </a:t>
            </a:r>
            <a:r>
              <a:rPr lang="en-US" dirty="0" err="1">
                <a:latin typeface="CBS NEW" panose="02000506080000020004" pitchFamily="2" charset="0"/>
              </a:rPr>
              <a:t>Forelæsning</a:t>
            </a:r>
            <a:r>
              <a:rPr lang="en-US" dirty="0">
                <a:latin typeface="CBS NEW" panose="02000506080000020004" pitchFamily="2" charset="0"/>
              </a:rPr>
              <a:t> #9, 27. </a:t>
            </a:r>
            <a:r>
              <a:rPr lang="en-US" dirty="0" err="1">
                <a:latin typeface="CBS NEW" panose="02000506080000020004" pitchFamily="2" charset="0"/>
              </a:rPr>
              <a:t>februar</a:t>
            </a:r>
            <a:r>
              <a:rPr lang="en-US" dirty="0">
                <a:latin typeface="CBS NEW" panose="02000506080000020004" pitchFamily="2" charset="0"/>
              </a:rPr>
              <a:t> 2025</a:t>
            </a:r>
          </a:p>
        </p:txBody>
      </p:sp>
      <p:sp>
        <p:nvSpPr>
          <p:cNvPr id="3" name="Text Placeholder 2"/>
          <p:cNvSpPr>
            <a:spLocks noGrp="1"/>
          </p:cNvSpPr>
          <p:nvPr>
            <p:ph type="body" sz="quarter" idx="11"/>
          </p:nvPr>
        </p:nvSpPr>
        <p:spPr>
          <a:xfrm>
            <a:off x="395288" y="4365104"/>
            <a:ext cx="8353425" cy="648072"/>
          </a:xfrm>
        </p:spPr>
        <p:txBody>
          <a:bodyPr/>
          <a:lstStyle/>
          <a:p>
            <a:r>
              <a:rPr lang="en-US" sz="5400" dirty="0" err="1">
                <a:latin typeface="CBS NEW" panose="02000506080000020004" pitchFamily="2" charset="0"/>
              </a:rPr>
              <a:t>Strukturelle</a:t>
            </a:r>
            <a:r>
              <a:rPr lang="en-US" sz="5400" dirty="0">
                <a:latin typeface="CBS NEW" panose="02000506080000020004" pitchFamily="2" charset="0"/>
              </a:rPr>
              <a:t> folder</a:t>
            </a: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47217371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Vedres</a:t>
            </a:r>
            <a:r>
              <a:rPr lang="da-DK" sz="4800" dirty="0">
                <a:latin typeface="CBS NEW" panose="02000506080000020004" pitchFamily="2" charset="0"/>
              </a:rPr>
              <a:t> &amp; </a:t>
            </a:r>
            <a:r>
              <a:rPr lang="da-DK" sz="4800" dirty="0" err="1">
                <a:latin typeface="CBS NEW" panose="02000506080000020004" pitchFamily="2" charset="0"/>
              </a:rPr>
              <a:t>Stark’s</a:t>
            </a:r>
            <a:r>
              <a:rPr lang="da-DK" sz="4800" dirty="0">
                <a:latin typeface="CBS NEW" panose="02000506080000020004" pitchFamily="2" charset="0"/>
              </a:rPr>
              <a:t> projekt</a:t>
            </a:r>
          </a:p>
        </p:txBody>
      </p:sp>
      <p:sp>
        <p:nvSpPr>
          <p:cNvPr id="3" name="Content Placeholder 2"/>
          <p:cNvSpPr>
            <a:spLocks noGrp="1"/>
          </p:cNvSpPr>
          <p:nvPr>
            <p:ph sz="quarter" idx="11"/>
          </p:nvPr>
        </p:nvSpPr>
        <p:spPr>
          <a:xfrm>
            <a:off x="395289" y="1124743"/>
            <a:ext cx="5688879" cy="5139531"/>
          </a:xfrm>
        </p:spPr>
        <p:txBody>
          <a:bodyPr/>
          <a:lstStyle/>
          <a:p>
            <a:pPr marL="342900" indent="-342900">
              <a:buFont typeface="CBS NEW" panose="02000506080000020004" pitchFamily="2" charset="0"/>
              <a:buChar char="—"/>
            </a:pPr>
            <a:r>
              <a:rPr lang="da-DK" sz="3200" dirty="0" err="1">
                <a:latin typeface="CBS NEW" panose="02000506080000020004" pitchFamily="2" charset="0"/>
              </a:rPr>
              <a:t>Granovetter</a:t>
            </a:r>
            <a:r>
              <a:rPr lang="da-DK" sz="3200" dirty="0">
                <a:latin typeface="CBS NEW" panose="02000506080000020004" pitchFamily="2" charset="0"/>
              </a:rPr>
              <a:t>: Netværksrelationer er afgørende i markeder</a:t>
            </a:r>
          </a:p>
          <a:p>
            <a:pPr marL="342900" indent="-342900">
              <a:buFont typeface="CBS NEW" panose="02000506080000020004" pitchFamily="2" charset="0"/>
              <a:buChar char="—"/>
            </a:pPr>
            <a:r>
              <a:rPr lang="da-DK" sz="3200" dirty="0" err="1">
                <a:latin typeface="CBS NEW" panose="02000506080000020004" pitchFamily="2" charset="0"/>
              </a:rPr>
              <a:t>Vedres</a:t>
            </a:r>
            <a:r>
              <a:rPr lang="da-DK" sz="3200" dirty="0">
                <a:latin typeface="CBS NEW" panose="02000506080000020004" pitchFamily="2" charset="0"/>
              </a:rPr>
              <a:t> og Stark spørger: Hvilke former for netværksrelationer er afgørende</a:t>
            </a:r>
          </a:p>
          <a:p>
            <a:pPr marL="525181" lvl="1" indent="-342900">
              <a:buFont typeface="CBS NEW" panose="02000506080000020004" pitchFamily="2" charset="0"/>
              <a:buChar char="—"/>
            </a:pPr>
            <a:r>
              <a:rPr lang="da-DK" sz="2800" dirty="0">
                <a:latin typeface="CBS NEW" panose="02000506080000020004" pitchFamily="2" charset="0"/>
              </a:rPr>
              <a:t>Vi kan se på både den enkelte (eller det enkelte firmas forbindelser), på dets placering i den lokale netværksstruktur og dets placering i den globale netværksstruktur</a:t>
            </a:r>
          </a:p>
          <a:p>
            <a:pPr marL="525181" lvl="1" indent="-342900">
              <a:buFont typeface="CBS NEW" panose="02000506080000020004" pitchFamily="2" charset="0"/>
              <a:buChar char="—"/>
            </a:pPr>
            <a:r>
              <a:rPr lang="da-DK" sz="2800" dirty="0">
                <a:latin typeface="CBS NEW" panose="02000506080000020004" pitchFamily="2" charset="0"/>
              </a:rPr>
              <a:t>Det er det resten af kurset handler om…</a:t>
            </a:r>
          </a:p>
          <a:p>
            <a:pPr marL="525181" lvl="1" indent="-342900">
              <a:buFont typeface="CBS NEW" panose="02000506080000020004" pitchFamily="2" charset="0"/>
              <a:buChar char="—"/>
            </a:pPr>
            <a:r>
              <a:rPr lang="da-DK" sz="2800" dirty="0">
                <a:latin typeface="CBS NEW" panose="02000506080000020004" pitchFamily="2" charset="0"/>
              </a:rPr>
              <a:t>Her giver Stark &amp; </a:t>
            </a:r>
            <a:r>
              <a:rPr lang="da-DK" sz="2800" dirty="0" err="1">
                <a:latin typeface="CBS NEW" panose="02000506080000020004" pitchFamily="2" charset="0"/>
              </a:rPr>
              <a:t>Vedres</a:t>
            </a:r>
            <a:r>
              <a:rPr lang="da-DK" sz="2800" dirty="0">
                <a:latin typeface="CBS NEW" panose="02000506080000020004" pitchFamily="2" charset="0"/>
              </a:rPr>
              <a:t> et bud på, hvordan vi kan forstå dette.</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6866" y="1263556"/>
            <a:ext cx="2581147" cy="258114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6867" y="3933056"/>
            <a:ext cx="2581146" cy="2362082"/>
          </a:xfrm>
          <a:prstGeom prst="rect">
            <a:avLst/>
          </a:prstGeom>
        </p:spPr>
      </p:pic>
    </p:spTree>
    <p:extLst>
      <p:ext uri="{BB962C8B-B14F-4D97-AF65-F5344CB8AC3E}">
        <p14:creationId xmlns:p14="http://schemas.microsoft.com/office/powerpoint/2010/main" val="362918361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Vedres</a:t>
            </a:r>
            <a:r>
              <a:rPr lang="da-DK" sz="4800" dirty="0">
                <a:latin typeface="CBS NEW" panose="02000506080000020004" pitchFamily="2" charset="0"/>
              </a:rPr>
              <a:t> og Starks bidrag</a:t>
            </a:r>
          </a:p>
        </p:txBody>
      </p:sp>
      <p:sp>
        <p:nvSpPr>
          <p:cNvPr id="3" name="Content Placeholder 2"/>
          <p:cNvSpPr>
            <a:spLocks noGrp="1"/>
          </p:cNvSpPr>
          <p:nvPr>
            <p:ph sz="quarter" idx="11"/>
          </p:nvPr>
        </p:nvSpPr>
        <p:spPr/>
        <p:txBody>
          <a:bodyPr/>
          <a:lstStyle/>
          <a:p>
            <a:r>
              <a:rPr lang="da-DK" sz="3200" dirty="0">
                <a:latin typeface="CBS NEW" panose="02000506080000020004" pitchFamily="2" charset="0"/>
              </a:rPr>
              <a:t>Både </a:t>
            </a:r>
            <a:r>
              <a:rPr lang="da-DK" sz="3200" dirty="0" err="1">
                <a:latin typeface="CBS NEW" panose="02000506080000020004" pitchFamily="2" charset="0"/>
              </a:rPr>
              <a:t>Granovetter</a:t>
            </a:r>
            <a:r>
              <a:rPr lang="da-DK" sz="3200" dirty="0">
                <a:latin typeface="CBS NEW" panose="02000506080000020004" pitchFamily="2" charset="0"/>
              </a:rPr>
              <a:t> og Burt (på pensum til #7 og #11) har også bud på, hvilke netværkspositioner, der er mest attraktive</a:t>
            </a:r>
          </a:p>
          <a:p>
            <a:pPr marL="342900" indent="-342900">
              <a:buFont typeface="CBS NEW" panose="02000506080000020004" pitchFamily="2" charset="0"/>
              <a:buChar char="—"/>
            </a:pPr>
            <a:r>
              <a:rPr lang="da-DK" sz="3200" dirty="0">
                <a:latin typeface="CBS NEW" panose="02000506080000020004" pitchFamily="2" charset="0"/>
              </a:rPr>
              <a:t>Argumenterne her går på </a:t>
            </a:r>
            <a:r>
              <a:rPr lang="da-DK" sz="3200" i="1" dirty="0">
                <a:latin typeface="CBS NEW" panose="02000506080000020004" pitchFamily="2" charset="0"/>
              </a:rPr>
              <a:t>innovation</a:t>
            </a:r>
            <a:r>
              <a:rPr lang="da-DK" sz="3200" dirty="0">
                <a:latin typeface="CBS NEW" panose="02000506080000020004" pitchFamily="2" charset="0"/>
              </a:rPr>
              <a:t> og nye idéer, men det kunne også handle mere generel om markedsposition og strategiske fordele</a:t>
            </a:r>
          </a:p>
          <a:p>
            <a:pPr marL="342900" indent="-342900">
              <a:buFont typeface="CBS NEW" panose="02000506080000020004" pitchFamily="2" charset="0"/>
              <a:buChar char="—"/>
            </a:pPr>
            <a:r>
              <a:rPr lang="da-DK" sz="3200" dirty="0">
                <a:latin typeface="CBS NEW" panose="02000506080000020004" pitchFamily="2" charset="0"/>
              </a:rPr>
              <a:t>I får nu er kort introduktion til pointer, vi vender tilbage til at diskutere i dybden disse kursusgange…</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5816" y="4615673"/>
            <a:ext cx="2952328" cy="2211439"/>
          </a:xfrm>
          <a:prstGeom prst="rect">
            <a:avLst/>
          </a:prstGeom>
        </p:spPr>
      </p:pic>
    </p:spTree>
    <p:extLst>
      <p:ext uri="{BB962C8B-B14F-4D97-AF65-F5344CB8AC3E}">
        <p14:creationId xmlns:p14="http://schemas.microsoft.com/office/powerpoint/2010/main" val="143990447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1899" y="1700808"/>
            <a:ext cx="5002101" cy="420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Granovetter</a:t>
            </a:r>
            <a:r>
              <a:rPr lang="da-DK" sz="4800" dirty="0">
                <a:latin typeface="CBS NEW" panose="02000506080000020004" pitchFamily="2" charset="0"/>
              </a:rPr>
              <a:t>: </a:t>
            </a:r>
            <a:r>
              <a:rPr lang="da-DK" sz="4800" dirty="0" err="1">
                <a:latin typeface="CBS NEW" panose="02000506080000020004" pitchFamily="2" charset="0"/>
              </a:rPr>
              <a:t>Weak</a:t>
            </a:r>
            <a:r>
              <a:rPr lang="da-DK" sz="4800" dirty="0">
                <a:latin typeface="CBS NEW" panose="02000506080000020004" pitchFamily="2" charset="0"/>
              </a:rPr>
              <a:t> ties</a:t>
            </a:r>
          </a:p>
        </p:txBody>
      </p:sp>
      <p:sp>
        <p:nvSpPr>
          <p:cNvPr id="3" name="Content Placeholder 2"/>
          <p:cNvSpPr>
            <a:spLocks noGrp="1"/>
          </p:cNvSpPr>
          <p:nvPr>
            <p:ph sz="quarter" idx="11"/>
          </p:nvPr>
        </p:nvSpPr>
        <p:spPr/>
        <p:txBody>
          <a:bodyPr>
            <a:normAutofit fontScale="92500" lnSpcReduction="10000"/>
          </a:bodyPr>
          <a:lstStyle/>
          <a:p>
            <a:pPr marL="457200" indent="-457200">
              <a:buFont typeface="CBS NEW" panose="02000506080000020004" pitchFamily="2" charset="0"/>
              <a:buChar char="—"/>
            </a:pPr>
            <a:r>
              <a:rPr lang="da-DK" sz="3200" dirty="0">
                <a:latin typeface="CBS NEW" panose="02000506080000020004" pitchFamily="2" charset="0"/>
              </a:rPr>
              <a:t>Studerede jobsøgning</a:t>
            </a:r>
          </a:p>
          <a:p>
            <a:pPr marL="639481" lvl="1" indent="-457200">
              <a:buFont typeface="CBS NEW" panose="02000506080000020004" pitchFamily="2" charset="0"/>
              <a:buChar char="—"/>
            </a:pPr>
            <a:r>
              <a:rPr lang="da-DK" sz="3000" dirty="0">
                <a:latin typeface="CBS NEW" panose="02000506080000020004" pitchFamily="2" charset="0"/>
              </a:rPr>
              <a:t>Oftest ikke tætte relationer, men svage, der gav stillinger</a:t>
            </a:r>
          </a:p>
          <a:p>
            <a:pPr marL="457200" indent="-457200">
              <a:buFont typeface="CBS NEW" panose="02000506080000020004" pitchFamily="2" charset="0"/>
              <a:buChar char="—"/>
            </a:pPr>
            <a:r>
              <a:rPr lang="da-DK" sz="3200" dirty="0">
                <a:latin typeface="CBS NEW" panose="02000506080000020004" pitchFamily="2" charset="0"/>
              </a:rPr>
              <a:t>Hvorfor?</a:t>
            </a:r>
          </a:p>
          <a:p>
            <a:pPr marL="457200" indent="-457200">
              <a:buFont typeface="CBS NEW" panose="02000506080000020004" pitchFamily="2" charset="0"/>
              <a:buChar char="—"/>
            </a:pPr>
            <a:r>
              <a:rPr lang="da-DK" sz="3000" dirty="0">
                <a:latin typeface="CBS NEW" panose="02000506080000020004" pitchFamily="2" charset="0"/>
              </a:rPr>
              <a:t>Ny viden vil som oftest flyde igennem </a:t>
            </a:r>
            <a:r>
              <a:rPr lang="da-DK" sz="3000" dirty="0" err="1">
                <a:latin typeface="CBS NEW" panose="02000506080000020004" pitchFamily="2" charset="0"/>
              </a:rPr>
              <a:t>weak</a:t>
            </a:r>
            <a:r>
              <a:rPr lang="da-DK" sz="3000" dirty="0">
                <a:latin typeface="CBS NEW" panose="02000506080000020004" pitchFamily="2" charset="0"/>
              </a:rPr>
              <a:t> ties</a:t>
            </a:r>
          </a:p>
          <a:p>
            <a:pPr marL="457200" indent="-457200">
              <a:buFont typeface="CBS NEW" panose="02000506080000020004" pitchFamily="2" charset="0"/>
              <a:buChar char="—"/>
            </a:pPr>
            <a:r>
              <a:rPr lang="da-DK" sz="3000" dirty="0">
                <a:latin typeface="CBS NEW" panose="02000506080000020004" pitchFamily="2" charset="0"/>
              </a:rPr>
              <a:t>Stærke forbindelsers viden er redundant</a:t>
            </a:r>
          </a:p>
          <a:p>
            <a:pPr marL="457200" indent="-457200">
              <a:buFont typeface="CBS NEW" panose="02000506080000020004" pitchFamily="2" charset="0"/>
              <a:buChar char="—"/>
            </a:pPr>
            <a:r>
              <a:rPr lang="da-DK" sz="3000" dirty="0">
                <a:latin typeface="CBS NEW" panose="02000506080000020004" pitchFamily="2" charset="0"/>
              </a:rPr>
              <a:t>Individer med flere </a:t>
            </a:r>
            <a:r>
              <a:rPr lang="da-DK" sz="3000" dirty="0" err="1">
                <a:latin typeface="CBS NEW" panose="02000506080000020004" pitchFamily="2" charset="0"/>
              </a:rPr>
              <a:t>weak</a:t>
            </a:r>
            <a:r>
              <a:rPr lang="da-DK" sz="3000" dirty="0">
                <a:latin typeface="CBS NEW" panose="02000506080000020004" pitchFamily="2" charset="0"/>
              </a:rPr>
              <a:t> ties får flere fordele</a:t>
            </a:r>
          </a:p>
          <a:p>
            <a:pPr marL="457200" indent="-457200">
              <a:buFont typeface="CBS NEW" panose="02000506080000020004" pitchFamily="2" charset="0"/>
              <a:buChar char="—"/>
            </a:pPr>
            <a:r>
              <a:rPr lang="da-DK" sz="3200" dirty="0">
                <a:latin typeface="CBS NEW" panose="02000506080000020004" pitchFamily="2" charset="0"/>
              </a:rPr>
              <a:t>Svage forbindelser er overraskende stærke</a:t>
            </a:r>
            <a:endParaRPr lang="da-DK" dirty="0">
              <a:latin typeface="CBS NEW" panose="02000506080000020004" pitchFamily="2" charset="0"/>
            </a:endParaRPr>
          </a:p>
        </p:txBody>
      </p:sp>
      <p:sp>
        <p:nvSpPr>
          <p:cNvPr id="4" name="Content Placeholder 3"/>
          <p:cNvSpPr>
            <a:spLocks noGrp="1"/>
          </p:cNvSpPr>
          <p:nvPr>
            <p:ph sz="quarter" idx="12"/>
          </p:nvPr>
        </p:nvSpPr>
        <p:spPr/>
        <p:txBody>
          <a:bodyPr/>
          <a:lstStyle/>
          <a:p>
            <a:endParaRPr lang="da-DK" dirty="0"/>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13976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Burt: Strukturelle huller</a:t>
            </a:r>
          </a:p>
        </p:txBody>
      </p:sp>
      <p:sp>
        <p:nvSpPr>
          <p:cNvPr id="3" name="Content Placeholder 2"/>
          <p:cNvSpPr>
            <a:spLocks noGrp="1"/>
          </p:cNvSpPr>
          <p:nvPr>
            <p:ph sz="quarter" idx="11"/>
          </p:nvPr>
        </p:nvSpPr>
        <p:spPr>
          <a:xfrm>
            <a:off x="395289" y="1124743"/>
            <a:ext cx="8281167" cy="2448273"/>
          </a:xfrm>
        </p:spPr>
        <p:txBody>
          <a:bodyPr>
            <a:normAutofit lnSpcReduction="10000"/>
          </a:bodyPr>
          <a:lstStyle/>
          <a:p>
            <a:r>
              <a:rPr lang="da-DK" sz="3200" dirty="0">
                <a:latin typeface="CBS NEW" panose="02000506080000020004" pitchFamily="2" charset="0"/>
              </a:rPr>
              <a:t>Innovation og social kapital</a:t>
            </a:r>
          </a:p>
          <a:p>
            <a:pPr marL="342900" indent="-342900">
              <a:buFont typeface="CBS NEW" panose="02000506080000020004" pitchFamily="2" charset="0"/>
              <a:buChar char="—"/>
            </a:pPr>
            <a:r>
              <a:rPr lang="da-DK" sz="3200" dirty="0">
                <a:latin typeface="CBS NEW" panose="02000506080000020004" pitchFamily="2" charset="0"/>
              </a:rPr>
              <a:t>Den sociale verden er opdelt i små afgrænsede enklaver</a:t>
            </a:r>
          </a:p>
          <a:p>
            <a:pPr marL="342900" indent="-342900">
              <a:buFont typeface="CBS NEW" panose="02000506080000020004" pitchFamily="2" charset="0"/>
              <a:buChar char="—"/>
            </a:pPr>
            <a:r>
              <a:rPr lang="da-DK" sz="3200" dirty="0">
                <a:latin typeface="CBS NEW" panose="02000506080000020004" pitchFamily="2" charset="0"/>
              </a:rPr>
              <a:t>Kreativitet er at eksportere en selvfølgelighed fra en sammenhæng ind i en anden, hvor ideen er ukendt</a:t>
            </a:r>
          </a:p>
          <a:p>
            <a:pPr marL="342900" indent="-342900">
              <a:buFont typeface="CBS NEW" panose="02000506080000020004" pitchFamily="2" charset="0"/>
              <a:buChar char="—"/>
            </a:pPr>
            <a:r>
              <a:rPr lang="da-DK" sz="3200" dirty="0">
                <a:latin typeface="CBS NEW" panose="02000506080000020004" pitchFamily="2" charset="0"/>
              </a:rPr>
              <a:t>Dem der danner broer, vil ”få” bedre ideer og blive belønnet</a:t>
            </a:r>
          </a:p>
        </p:txBody>
      </p:sp>
      <p:pic>
        <p:nvPicPr>
          <p:cNvPr id="6" name="Content Placeholder 5"/>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803816" y="3501008"/>
            <a:ext cx="7440592" cy="3312368"/>
          </a:xfrm>
        </p:spPr>
      </p:pic>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703743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Strukturelle folder</a:t>
            </a:r>
          </a:p>
        </p:txBody>
      </p:sp>
      <p:sp>
        <p:nvSpPr>
          <p:cNvPr id="3" name="Content Placeholder 2"/>
          <p:cNvSpPr>
            <a:spLocks noGrp="1"/>
          </p:cNvSpPr>
          <p:nvPr>
            <p:ph sz="quarter" idx="11"/>
          </p:nvPr>
        </p:nvSpPr>
        <p:spPr>
          <a:xfrm>
            <a:off x="395289" y="1124743"/>
            <a:ext cx="8353424" cy="2736305"/>
          </a:xfrm>
        </p:spPr>
        <p:txBody>
          <a:bodyPr>
            <a:normAutofit fontScale="92500" lnSpcReduction="20000"/>
          </a:bodyPr>
          <a:lstStyle/>
          <a:p>
            <a:r>
              <a:rPr lang="da-DK" sz="3200" dirty="0">
                <a:latin typeface="CBS NEW" panose="02000506080000020004" pitchFamily="2" charset="0"/>
              </a:rPr>
              <a:t>Argument:</a:t>
            </a:r>
          </a:p>
          <a:p>
            <a:pPr marL="342900" indent="-342900">
              <a:buFont typeface="CBS NEW" panose="02000506080000020004" pitchFamily="2" charset="0"/>
              <a:buChar char="—"/>
            </a:pPr>
            <a:r>
              <a:rPr lang="da-DK" sz="3200" dirty="0">
                <a:latin typeface="CBS NEW" panose="02000506080000020004" pitchFamily="2" charset="0"/>
              </a:rPr>
              <a:t>Det er fedt at være koblet på det rigtige </a:t>
            </a:r>
            <a:r>
              <a:rPr lang="da-DK" sz="3200" dirty="0" err="1">
                <a:latin typeface="CBS NEW" panose="02000506080000020004" pitchFamily="2" charset="0"/>
              </a:rPr>
              <a:t>informationsflow</a:t>
            </a:r>
            <a:r>
              <a:rPr lang="da-DK" sz="3200" dirty="0">
                <a:latin typeface="CBS NEW" panose="02000506080000020004" pitchFamily="2" charset="0"/>
              </a:rPr>
              <a:t>. Men det kræver integration i netværk for at kunne handle og have tillid fra partnere.</a:t>
            </a:r>
          </a:p>
          <a:p>
            <a:pPr marL="342900" indent="-342900">
              <a:buFont typeface="CBS NEW" panose="02000506080000020004" pitchFamily="2" charset="0"/>
              <a:buChar char="—"/>
            </a:pPr>
            <a:r>
              <a:rPr lang="da-DK" sz="3200" dirty="0">
                <a:latin typeface="CBS NEW" panose="02000506080000020004" pitchFamily="2" charset="0"/>
              </a:rPr>
              <a:t>Integrerede i flere kliker samtidig udgør de strukturelle folder</a:t>
            </a:r>
          </a:p>
          <a:p>
            <a:pPr marL="342900" indent="-342900">
              <a:buFont typeface="CBS NEW" panose="02000506080000020004" pitchFamily="2" charset="0"/>
              <a:buChar char="—"/>
            </a:pPr>
            <a:r>
              <a:rPr lang="da-DK" sz="3200" dirty="0">
                <a:latin typeface="CBS NEW" panose="02000506080000020004" pitchFamily="2" charset="0"/>
              </a:rPr>
              <a:t>Virksomheder med strukturelle folder skaber mere vækst end andre (i 90’ernes Ungarn)</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stretch>
            <a:fillRect/>
          </a:stretch>
        </p:blipFill>
        <p:spPr>
          <a:xfrm>
            <a:off x="1043608" y="3893032"/>
            <a:ext cx="7088631" cy="2841777"/>
          </a:xfrm>
          <a:prstGeom prst="rect">
            <a:avLst/>
          </a:prstGeom>
        </p:spPr>
      </p:pic>
    </p:spTree>
    <p:extLst>
      <p:ext uri="{BB962C8B-B14F-4D97-AF65-F5344CB8AC3E}">
        <p14:creationId xmlns:p14="http://schemas.microsoft.com/office/powerpoint/2010/main" val="127901409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en-US" dirty="0" err="1">
                <a:latin typeface="CBS NEW" panose="02000506080000020004" pitchFamily="2" charset="0"/>
              </a:rPr>
              <a:t>Virksomhedsstrategi</a:t>
            </a:r>
            <a:r>
              <a:rPr lang="en-US" dirty="0">
                <a:latin typeface="CBS NEW" panose="02000506080000020004" pitchFamily="2" charset="0"/>
              </a:rPr>
              <a:t> </a:t>
            </a:r>
            <a:r>
              <a:rPr lang="en-US" dirty="0" err="1">
                <a:latin typeface="CBS NEW" panose="02000506080000020004" pitchFamily="2" charset="0"/>
              </a:rPr>
              <a:t>i</a:t>
            </a:r>
            <a:r>
              <a:rPr lang="en-US" dirty="0">
                <a:latin typeface="CBS NEW" panose="02000506080000020004" pitchFamily="2" charset="0"/>
              </a:rPr>
              <a:t> et </a:t>
            </a:r>
            <a:r>
              <a:rPr lang="en-US" dirty="0" err="1">
                <a:latin typeface="CBS NEW" panose="02000506080000020004" pitchFamily="2" charset="0"/>
              </a:rPr>
              <a:t>netværksperspektiv</a:t>
            </a:r>
            <a:r>
              <a:rPr lang="en-US" dirty="0">
                <a:latin typeface="CBS NEW" panose="02000506080000020004" pitchFamily="2" charset="0"/>
              </a:rPr>
              <a:t>, </a:t>
            </a:r>
            <a:r>
              <a:rPr lang="en-US" dirty="0" err="1">
                <a:latin typeface="CBS NEW" panose="02000506080000020004" pitchFamily="2" charset="0"/>
              </a:rPr>
              <a:t>Forelæsning</a:t>
            </a:r>
            <a:r>
              <a:rPr lang="en-US" dirty="0">
                <a:latin typeface="CBS NEW" panose="02000506080000020004" pitchFamily="2" charset="0"/>
              </a:rPr>
              <a:t> #9, 27. </a:t>
            </a:r>
            <a:r>
              <a:rPr lang="en-US" dirty="0" err="1">
                <a:latin typeface="CBS NEW" panose="02000506080000020004" pitchFamily="2" charset="0"/>
              </a:rPr>
              <a:t>februar</a:t>
            </a:r>
            <a:r>
              <a:rPr lang="en-US" dirty="0">
                <a:latin typeface="CBS NEW" panose="02000506080000020004" pitchFamily="2" charset="0"/>
              </a:rPr>
              <a:t> 2025</a:t>
            </a:r>
          </a:p>
        </p:txBody>
      </p:sp>
      <p:sp>
        <p:nvSpPr>
          <p:cNvPr id="3" name="Text Placeholder 2"/>
          <p:cNvSpPr>
            <a:spLocks noGrp="1"/>
          </p:cNvSpPr>
          <p:nvPr>
            <p:ph type="body" sz="quarter" idx="11"/>
          </p:nvPr>
        </p:nvSpPr>
        <p:spPr>
          <a:xfrm>
            <a:off x="395288" y="4365104"/>
            <a:ext cx="8353425" cy="648072"/>
          </a:xfrm>
        </p:spPr>
        <p:txBody>
          <a:bodyPr/>
          <a:lstStyle/>
          <a:p>
            <a:r>
              <a:rPr lang="en-US" sz="5200" dirty="0" err="1">
                <a:latin typeface="CBS NEW" panose="02000506080000020004" pitchFamily="2" charset="0"/>
              </a:rPr>
              <a:t>Eksempel</a:t>
            </a:r>
            <a:r>
              <a:rPr lang="en-US" sz="5200" dirty="0">
                <a:latin typeface="CBS NEW" panose="02000506080000020004" pitchFamily="2" charset="0"/>
              </a:rPr>
              <a:t>: </a:t>
            </a:r>
            <a:r>
              <a:rPr lang="en-US" sz="5200" dirty="0" err="1">
                <a:latin typeface="CBS NEW" panose="02000506080000020004" pitchFamily="2" charset="0"/>
              </a:rPr>
              <a:t>Hvad</a:t>
            </a:r>
            <a:r>
              <a:rPr lang="en-US" sz="5200" dirty="0">
                <a:latin typeface="CBS NEW" panose="02000506080000020004" pitchFamily="2" charset="0"/>
              </a:rPr>
              <a:t> </a:t>
            </a:r>
            <a:r>
              <a:rPr lang="en-US" sz="5200" dirty="0" err="1">
                <a:latin typeface="CBS NEW" panose="02000506080000020004" pitchFamily="2" charset="0"/>
              </a:rPr>
              <a:t>er</a:t>
            </a:r>
            <a:r>
              <a:rPr lang="en-US" sz="5200" dirty="0">
                <a:latin typeface="CBS NEW" panose="02000506080000020004" pitchFamily="2" charset="0"/>
              </a:rPr>
              <a:t> </a:t>
            </a:r>
            <a:r>
              <a:rPr lang="en-US" sz="5200" dirty="0" err="1">
                <a:latin typeface="CBS NEW" panose="02000506080000020004" pitchFamily="2" charset="0"/>
              </a:rPr>
              <a:t>strukturelle</a:t>
            </a:r>
            <a:r>
              <a:rPr lang="en-US" sz="5200" dirty="0">
                <a:latin typeface="CBS NEW" panose="02000506080000020004" pitchFamily="2" charset="0"/>
              </a:rPr>
              <a:t> folder?</a:t>
            </a: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115186465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Kliker</a:t>
            </a:r>
          </a:p>
        </p:txBody>
      </p:sp>
      <p:sp>
        <p:nvSpPr>
          <p:cNvPr id="3" name="Content Placeholder 2"/>
          <p:cNvSpPr>
            <a:spLocks noGrp="1"/>
          </p:cNvSpPr>
          <p:nvPr>
            <p:ph sz="quarter" idx="11"/>
          </p:nvPr>
        </p:nvSpPr>
        <p:spPr/>
        <p:txBody>
          <a:bodyPr/>
          <a:lstStyle/>
          <a:p>
            <a:pPr marL="342900" indent="-342900">
              <a:buFont typeface="CBS NEW" panose="02000506080000020004" pitchFamily="2" charset="0"/>
              <a:buChar char="—"/>
            </a:pPr>
            <a:r>
              <a:rPr lang="da-DK" sz="3200" dirty="0">
                <a:latin typeface="CBS NEW" panose="02000506080000020004" pitchFamily="2" charset="0"/>
              </a:rPr>
              <a:t>Kliker er dele af et netværk, hvor alle punkter er forbudne med hinanden</a:t>
            </a:r>
          </a:p>
          <a:p>
            <a:pPr marL="525181" lvl="1" indent="-342900">
              <a:buFont typeface="CBS NEW" panose="02000506080000020004" pitchFamily="2" charset="0"/>
              <a:buChar char="—"/>
            </a:pPr>
            <a:r>
              <a:rPr lang="da-DK" sz="3200" b="1" dirty="0">
                <a:latin typeface="CBS NEW" panose="02000506080000020004" pitchFamily="2" charset="0"/>
              </a:rPr>
              <a:t>k-</a:t>
            </a:r>
            <a:r>
              <a:rPr lang="da-DK" sz="3200" b="1" dirty="0" err="1">
                <a:latin typeface="CBS NEW" panose="02000506080000020004" pitchFamily="2" charset="0"/>
              </a:rPr>
              <a:t>plex</a:t>
            </a:r>
            <a:r>
              <a:rPr lang="da-DK" sz="3200" dirty="0">
                <a:latin typeface="CBS NEW" panose="02000506080000020004" pitchFamily="2" charset="0"/>
              </a:rPr>
              <a:t> er kliker, hvor alle er forbundet til mindst n-k punkter</a:t>
            </a:r>
          </a:p>
          <a:p>
            <a:pPr marL="525181" lvl="1" indent="-342900">
              <a:buFont typeface="CBS NEW" panose="02000506080000020004" pitchFamily="2" charset="0"/>
              <a:buChar char="—"/>
            </a:pPr>
            <a:r>
              <a:rPr lang="da-DK" sz="3200" b="1" dirty="0" err="1">
                <a:latin typeface="CBS NEW" panose="02000506080000020004" pitchFamily="2" charset="0"/>
              </a:rPr>
              <a:t>Clique</a:t>
            </a:r>
            <a:r>
              <a:rPr lang="da-DK" sz="3200" b="1" dirty="0">
                <a:latin typeface="CBS NEW" panose="02000506080000020004" pitchFamily="2" charset="0"/>
              </a:rPr>
              <a:t> </a:t>
            </a:r>
            <a:r>
              <a:rPr lang="da-DK" sz="3200" b="1" dirty="0" err="1">
                <a:latin typeface="CBS NEW" panose="02000506080000020004" pitchFamily="2" charset="0"/>
              </a:rPr>
              <a:t>perculation</a:t>
            </a:r>
            <a:r>
              <a:rPr lang="da-DK" sz="3200" dirty="0">
                <a:latin typeface="CBS NEW" panose="02000506080000020004" pitchFamily="2" charset="0"/>
              </a:rPr>
              <a:t> er komplette kliker, hvor også alle med k forbindelser til kliken er med (det </a:t>
            </a:r>
            <a:r>
              <a:rPr lang="da-DK" sz="3200" dirty="0" err="1">
                <a:latin typeface="CBS NEW" panose="02000506080000020004" pitchFamily="2" charset="0"/>
              </a:rPr>
              <a:t>Vedres</a:t>
            </a:r>
            <a:r>
              <a:rPr lang="da-DK" sz="3200" dirty="0">
                <a:latin typeface="CBS NEW" panose="02000506080000020004" pitchFamily="2" charset="0"/>
              </a:rPr>
              <a:t> &amp; Stark benytter)</a:t>
            </a:r>
          </a:p>
          <a:p>
            <a:pPr marL="342900" indent="-342900">
              <a:buFont typeface="CBS NEW" panose="02000506080000020004" pitchFamily="2" charset="0"/>
              <a:buChar char="—"/>
            </a:pPr>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4005064"/>
            <a:ext cx="6263373" cy="2646024"/>
          </a:xfrm>
          <a:prstGeom prst="rect">
            <a:avLst/>
          </a:prstGeom>
        </p:spPr>
      </p:pic>
    </p:spTree>
    <p:extLst>
      <p:ext uri="{BB962C8B-B14F-4D97-AF65-F5344CB8AC3E}">
        <p14:creationId xmlns:p14="http://schemas.microsoft.com/office/powerpoint/2010/main" val="103621457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
          <p:cNvGrpSpPr>
            <a:grpSpLocks/>
          </p:cNvGrpSpPr>
          <p:nvPr/>
        </p:nvGrpSpPr>
        <p:grpSpPr bwMode="auto">
          <a:xfrm>
            <a:off x="676800" y="518761"/>
            <a:ext cx="7850880" cy="5654880"/>
            <a:chOff x="426" y="327"/>
            <a:chExt cx="4946" cy="3562"/>
          </a:xfrm>
        </p:grpSpPr>
        <p:sp>
          <p:nvSpPr>
            <p:cNvPr id="15364"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5365"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5366"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5367"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5368"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5369"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5370"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5371"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5372"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15373" name="AutoShape 12"/>
            <p:cNvCxnSpPr>
              <a:cxnSpLocks noChangeShapeType="1"/>
              <a:stCxn id="15366" idx="3"/>
              <a:endCxn id="15364"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74" name="AutoShape 13"/>
            <p:cNvCxnSpPr>
              <a:cxnSpLocks noChangeShapeType="1"/>
              <a:stCxn id="15364" idx="0"/>
              <a:endCxn id="15365"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75" name="AutoShape 14"/>
            <p:cNvCxnSpPr>
              <a:cxnSpLocks noChangeShapeType="1"/>
              <a:stCxn id="15365" idx="6"/>
              <a:endCxn id="15366"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76" name="AutoShape 15"/>
            <p:cNvCxnSpPr>
              <a:cxnSpLocks noChangeShapeType="1"/>
              <a:stCxn id="15365" idx="5"/>
              <a:endCxn id="15367"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77" name="AutoShape 16"/>
            <p:cNvCxnSpPr>
              <a:cxnSpLocks noChangeShapeType="1"/>
              <a:stCxn id="15366" idx="7"/>
              <a:endCxn id="15372"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78" name="AutoShape 17"/>
            <p:cNvCxnSpPr>
              <a:cxnSpLocks noChangeShapeType="1"/>
              <a:stCxn id="15372" idx="4"/>
              <a:endCxn id="15371"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79" name="AutoShape 18"/>
            <p:cNvCxnSpPr>
              <a:cxnSpLocks noChangeShapeType="1"/>
              <a:stCxn id="15366" idx="6"/>
              <a:endCxn id="15371"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0" name="AutoShape 19"/>
            <p:cNvCxnSpPr>
              <a:cxnSpLocks noChangeShapeType="1"/>
              <a:stCxn id="15371" idx="6"/>
              <a:endCxn id="15397"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1" name="AutoShape 20"/>
            <p:cNvCxnSpPr>
              <a:cxnSpLocks noChangeShapeType="1"/>
              <a:stCxn id="15367" idx="7"/>
              <a:endCxn id="15371"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2" name="AutoShape 21"/>
            <p:cNvCxnSpPr>
              <a:cxnSpLocks noChangeShapeType="1"/>
              <a:stCxn id="15371" idx="5"/>
              <a:endCxn id="15368"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3" name="AutoShape 22"/>
            <p:cNvCxnSpPr>
              <a:cxnSpLocks noChangeShapeType="1"/>
              <a:stCxn id="15397" idx="3"/>
              <a:endCxn id="15368"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4" name="AutoShape 23"/>
            <p:cNvCxnSpPr>
              <a:cxnSpLocks noChangeShapeType="1"/>
              <a:stCxn id="15368" idx="2"/>
              <a:endCxn id="15367"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5" name="AutoShape 24"/>
            <p:cNvCxnSpPr>
              <a:cxnSpLocks noChangeShapeType="1"/>
              <a:stCxn id="15367" idx="2"/>
              <a:endCxn id="15364"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6" name="AutoShape 25"/>
            <p:cNvCxnSpPr>
              <a:cxnSpLocks noChangeShapeType="1"/>
              <a:stCxn id="15367" idx="5"/>
              <a:endCxn id="15369"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7" name="AutoShape 26"/>
            <p:cNvCxnSpPr>
              <a:cxnSpLocks noChangeShapeType="1"/>
              <a:stCxn id="15368" idx="4"/>
              <a:endCxn id="15369"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8" name="AutoShape 27"/>
            <p:cNvCxnSpPr>
              <a:cxnSpLocks noChangeShapeType="1"/>
              <a:stCxn id="15370" idx="7"/>
              <a:endCxn id="15368"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89" name="AutoShape 28"/>
            <p:cNvCxnSpPr>
              <a:cxnSpLocks noChangeShapeType="1"/>
              <a:stCxn id="15364" idx="5"/>
              <a:endCxn id="15370"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90" name="AutoShape 29"/>
            <p:cNvCxnSpPr>
              <a:cxnSpLocks noChangeShapeType="1"/>
              <a:stCxn id="15367" idx="4"/>
              <a:endCxn id="15370"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91" name="AutoShape 30"/>
            <p:cNvCxnSpPr>
              <a:cxnSpLocks noChangeShapeType="1"/>
              <a:stCxn id="15370" idx="6"/>
              <a:endCxn id="15369"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5392" name="AutoShape 31"/>
            <p:cNvCxnSpPr>
              <a:cxnSpLocks noChangeShapeType="1"/>
              <a:stCxn id="15366" idx="4"/>
              <a:endCxn id="15367"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15393"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5394"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5395"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5396"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5397"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15363" name="Oval 37"/>
          <p:cNvSpPr>
            <a:spLocks noChangeArrowheads="1"/>
          </p:cNvSpPr>
          <p:nvPr/>
        </p:nvSpPr>
        <p:spPr bwMode="auto">
          <a:xfrm>
            <a:off x="676800" y="1911241"/>
            <a:ext cx="380160" cy="38160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330912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a:grpSpLocks/>
          </p:cNvGrpSpPr>
          <p:nvPr/>
        </p:nvGrpSpPr>
        <p:grpSpPr bwMode="auto">
          <a:xfrm>
            <a:off x="676800" y="518761"/>
            <a:ext cx="7850880" cy="5654880"/>
            <a:chOff x="426" y="327"/>
            <a:chExt cx="4946" cy="3562"/>
          </a:xfrm>
        </p:grpSpPr>
        <p:sp>
          <p:nvSpPr>
            <p:cNvPr id="16397"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6398"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6399"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6400"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6401"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6402"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6403"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6404"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6405"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16406" name="AutoShape 12"/>
            <p:cNvCxnSpPr>
              <a:cxnSpLocks noChangeShapeType="1"/>
              <a:stCxn id="16399" idx="3"/>
              <a:endCxn id="16397"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07" name="AutoShape 13"/>
            <p:cNvCxnSpPr>
              <a:cxnSpLocks noChangeShapeType="1"/>
              <a:stCxn id="16397" idx="0"/>
              <a:endCxn id="16398"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08" name="AutoShape 14"/>
            <p:cNvCxnSpPr>
              <a:cxnSpLocks noChangeShapeType="1"/>
              <a:stCxn id="16398" idx="6"/>
              <a:endCxn id="16399"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09" name="AutoShape 15"/>
            <p:cNvCxnSpPr>
              <a:cxnSpLocks noChangeShapeType="1"/>
              <a:stCxn id="16398" idx="5"/>
              <a:endCxn id="16400"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0" name="AutoShape 16"/>
            <p:cNvCxnSpPr>
              <a:cxnSpLocks noChangeShapeType="1"/>
              <a:stCxn id="16399" idx="7"/>
              <a:endCxn id="16405"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1" name="AutoShape 17"/>
            <p:cNvCxnSpPr>
              <a:cxnSpLocks noChangeShapeType="1"/>
              <a:stCxn id="16405" idx="4"/>
              <a:endCxn id="16404"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2" name="AutoShape 18"/>
            <p:cNvCxnSpPr>
              <a:cxnSpLocks noChangeShapeType="1"/>
              <a:stCxn id="16399" idx="6"/>
              <a:endCxn id="16404"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3" name="AutoShape 19"/>
            <p:cNvCxnSpPr>
              <a:cxnSpLocks noChangeShapeType="1"/>
              <a:stCxn id="16404" idx="6"/>
              <a:endCxn id="16430"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4" name="AutoShape 20"/>
            <p:cNvCxnSpPr>
              <a:cxnSpLocks noChangeShapeType="1"/>
              <a:stCxn id="16400" idx="7"/>
              <a:endCxn id="16404"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5" name="AutoShape 21"/>
            <p:cNvCxnSpPr>
              <a:cxnSpLocks noChangeShapeType="1"/>
              <a:stCxn id="16404" idx="5"/>
              <a:endCxn id="16401"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6" name="AutoShape 22"/>
            <p:cNvCxnSpPr>
              <a:cxnSpLocks noChangeShapeType="1"/>
              <a:stCxn id="16430" idx="3"/>
              <a:endCxn id="16401"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7" name="AutoShape 23"/>
            <p:cNvCxnSpPr>
              <a:cxnSpLocks noChangeShapeType="1"/>
              <a:stCxn id="16401" idx="2"/>
              <a:endCxn id="16400"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8" name="AutoShape 24"/>
            <p:cNvCxnSpPr>
              <a:cxnSpLocks noChangeShapeType="1"/>
              <a:stCxn id="16400" idx="2"/>
              <a:endCxn id="16397"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19" name="AutoShape 25"/>
            <p:cNvCxnSpPr>
              <a:cxnSpLocks noChangeShapeType="1"/>
              <a:stCxn id="16400" idx="5"/>
              <a:endCxn id="16402"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20" name="AutoShape 26"/>
            <p:cNvCxnSpPr>
              <a:cxnSpLocks noChangeShapeType="1"/>
              <a:stCxn id="16401" idx="4"/>
              <a:endCxn id="16402"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21" name="AutoShape 27"/>
            <p:cNvCxnSpPr>
              <a:cxnSpLocks noChangeShapeType="1"/>
              <a:stCxn id="16403" idx="7"/>
              <a:endCxn id="16401"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22" name="AutoShape 28"/>
            <p:cNvCxnSpPr>
              <a:cxnSpLocks noChangeShapeType="1"/>
              <a:stCxn id="16397" idx="5"/>
              <a:endCxn id="16403"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23" name="AutoShape 29"/>
            <p:cNvCxnSpPr>
              <a:cxnSpLocks noChangeShapeType="1"/>
              <a:stCxn id="16400" idx="4"/>
              <a:endCxn id="16403"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24" name="AutoShape 30"/>
            <p:cNvCxnSpPr>
              <a:cxnSpLocks noChangeShapeType="1"/>
              <a:stCxn id="16403" idx="6"/>
              <a:endCxn id="16402"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6425" name="AutoShape 31"/>
            <p:cNvCxnSpPr>
              <a:cxnSpLocks noChangeShapeType="1"/>
              <a:stCxn id="16399" idx="4"/>
              <a:endCxn id="16400"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16426"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6427"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6428"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6429"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6430"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16387" name="Oval 37"/>
          <p:cNvSpPr>
            <a:spLocks noChangeArrowheads="1"/>
          </p:cNvSpPr>
          <p:nvPr/>
        </p:nvSpPr>
        <p:spPr bwMode="auto">
          <a:xfrm>
            <a:off x="666721" y="190980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6388" name="Oval 38"/>
          <p:cNvSpPr>
            <a:spLocks noChangeArrowheads="1"/>
          </p:cNvSpPr>
          <p:nvPr/>
        </p:nvSpPr>
        <p:spPr bwMode="auto">
          <a:xfrm>
            <a:off x="2311201" y="189972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6389" name="Oval 39"/>
          <p:cNvSpPr>
            <a:spLocks noChangeArrowheads="1"/>
          </p:cNvSpPr>
          <p:nvPr/>
        </p:nvSpPr>
        <p:spPr bwMode="auto">
          <a:xfrm>
            <a:off x="2302561" y="385380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6390" name="Oval 40"/>
          <p:cNvSpPr>
            <a:spLocks noChangeArrowheads="1"/>
          </p:cNvSpPr>
          <p:nvPr/>
        </p:nvSpPr>
        <p:spPr bwMode="auto">
          <a:xfrm>
            <a:off x="722880" y="38638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6391" name="Line 41"/>
          <p:cNvSpPr>
            <a:spLocks noChangeShapeType="1"/>
          </p:cNvSpPr>
          <p:nvPr/>
        </p:nvSpPr>
        <p:spPr bwMode="auto">
          <a:xfrm flipH="1" flipV="1">
            <a:off x="865441" y="2137320"/>
            <a:ext cx="59040" cy="19065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6392" name="Line 42"/>
          <p:cNvSpPr>
            <a:spLocks noChangeShapeType="1"/>
          </p:cNvSpPr>
          <p:nvPr/>
        </p:nvSpPr>
        <p:spPr bwMode="auto">
          <a:xfrm flipH="1" flipV="1">
            <a:off x="950401" y="2174760"/>
            <a:ext cx="1523520" cy="188928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6393" name="Line 43"/>
          <p:cNvSpPr>
            <a:spLocks noChangeShapeType="1"/>
          </p:cNvSpPr>
          <p:nvPr/>
        </p:nvSpPr>
        <p:spPr bwMode="auto">
          <a:xfrm flipV="1">
            <a:off x="2492641" y="2145961"/>
            <a:ext cx="27360" cy="1851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6394" name="Line 44"/>
          <p:cNvSpPr>
            <a:spLocks noChangeShapeType="1"/>
          </p:cNvSpPr>
          <p:nvPr/>
        </p:nvSpPr>
        <p:spPr bwMode="auto">
          <a:xfrm flipV="1">
            <a:off x="961921" y="2156041"/>
            <a:ext cx="1470240" cy="18792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6395" name="Line 45"/>
          <p:cNvSpPr>
            <a:spLocks noChangeShapeType="1"/>
          </p:cNvSpPr>
          <p:nvPr/>
        </p:nvSpPr>
        <p:spPr bwMode="auto">
          <a:xfrm flipV="1">
            <a:off x="895681" y="2088360"/>
            <a:ext cx="1573920" cy="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6396" name="Line 46"/>
          <p:cNvSpPr>
            <a:spLocks noChangeShapeType="1"/>
          </p:cNvSpPr>
          <p:nvPr/>
        </p:nvSpPr>
        <p:spPr bwMode="auto">
          <a:xfrm flipV="1">
            <a:off x="933121" y="4049641"/>
            <a:ext cx="1575360" cy="129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Tree>
    <p:extLst>
      <p:ext uri="{BB962C8B-B14F-4D97-AF65-F5344CB8AC3E}">
        <p14:creationId xmlns:p14="http://schemas.microsoft.com/office/powerpoint/2010/main" val="1006096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0" name="Group 2"/>
          <p:cNvGrpSpPr>
            <a:grpSpLocks/>
          </p:cNvGrpSpPr>
          <p:nvPr/>
        </p:nvGrpSpPr>
        <p:grpSpPr bwMode="auto">
          <a:xfrm>
            <a:off x="676800" y="518761"/>
            <a:ext cx="7850880" cy="5654880"/>
            <a:chOff x="426" y="327"/>
            <a:chExt cx="4946" cy="3562"/>
          </a:xfrm>
        </p:grpSpPr>
        <p:sp>
          <p:nvSpPr>
            <p:cNvPr id="17425"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7426"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7427"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7428"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7429"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7430"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7431"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7432"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7433"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17434" name="AutoShape 12"/>
            <p:cNvCxnSpPr>
              <a:cxnSpLocks noChangeShapeType="1"/>
              <a:stCxn id="17427" idx="3"/>
              <a:endCxn id="17425"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35" name="AutoShape 13"/>
            <p:cNvCxnSpPr>
              <a:cxnSpLocks noChangeShapeType="1"/>
              <a:stCxn id="17425" idx="0"/>
              <a:endCxn id="17426"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36" name="AutoShape 14"/>
            <p:cNvCxnSpPr>
              <a:cxnSpLocks noChangeShapeType="1"/>
              <a:stCxn id="17426" idx="6"/>
              <a:endCxn id="17427"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37" name="AutoShape 15"/>
            <p:cNvCxnSpPr>
              <a:cxnSpLocks noChangeShapeType="1"/>
              <a:stCxn id="17426" idx="5"/>
              <a:endCxn id="17428"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38" name="AutoShape 16"/>
            <p:cNvCxnSpPr>
              <a:cxnSpLocks noChangeShapeType="1"/>
              <a:stCxn id="17427" idx="7"/>
              <a:endCxn id="17433"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39" name="AutoShape 17"/>
            <p:cNvCxnSpPr>
              <a:cxnSpLocks noChangeShapeType="1"/>
              <a:stCxn id="17433" idx="4"/>
              <a:endCxn id="17432"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0" name="AutoShape 18"/>
            <p:cNvCxnSpPr>
              <a:cxnSpLocks noChangeShapeType="1"/>
              <a:stCxn id="17427" idx="6"/>
              <a:endCxn id="17432"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1" name="AutoShape 19"/>
            <p:cNvCxnSpPr>
              <a:cxnSpLocks noChangeShapeType="1"/>
              <a:stCxn id="17432" idx="6"/>
              <a:endCxn id="17458"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2" name="AutoShape 20"/>
            <p:cNvCxnSpPr>
              <a:cxnSpLocks noChangeShapeType="1"/>
              <a:stCxn id="17428" idx="7"/>
              <a:endCxn id="17432"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3" name="AutoShape 21"/>
            <p:cNvCxnSpPr>
              <a:cxnSpLocks noChangeShapeType="1"/>
              <a:stCxn id="17432" idx="5"/>
              <a:endCxn id="17429"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4" name="AutoShape 22"/>
            <p:cNvCxnSpPr>
              <a:cxnSpLocks noChangeShapeType="1"/>
              <a:stCxn id="17458" idx="3"/>
              <a:endCxn id="17429"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5" name="AutoShape 23"/>
            <p:cNvCxnSpPr>
              <a:cxnSpLocks noChangeShapeType="1"/>
              <a:stCxn id="17429" idx="2"/>
              <a:endCxn id="17428"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6" name="AutoShape 24"/>
            <p:cNvCxnSpPr>
              <a:cxnSpLocks noChangeShapeType="1"/>
              <a:stCxn id="17428" idx="2"/>
              <a:endCxn id="17425"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7" name="AutoShape 25"/>
            <p:cNvCxnSpPr>
              <a:cxnSpLocks noChangeShapeType="1"/>
              <a:stCxn id="17428" idx="5"/>
              <a:endCxn id="17430"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8" name="AutoShape 26"/>
            <p:cNvCxnSpPr>
              <a:cxnSpLocks noChangeShapeType="1"/>
              <a:stCxn id="17429" idx="4"/>
              <a:endCxn id="17430"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49" name="AutoShape 27"/>
            <p:cNvCxnSpPr>
              <a:cxnSpLocks noChangeShapeType="1"/>
              <a:stCxn id="17431" idx="7"/>
              <a:endCxn id="17429"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50" name="AutoShape 28"/>
            <p:cNvCxnSpPr>
              <a:cxnSpLocks noChangeShapeType="1"/>
              <a:stCxn id="17425" idx="5"/>
              <a:endCxn id="17431"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51" name="AutoShape 29"/>
            <p:cNvCxnSpPr>
              <a:cxnSpLocks noChangeShapeType="1"/>
              <a:stCxn id="17428" idx="4"/>
              <a:endCxn id="17431"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52" name="AutoShape 30"/>
            <p:cNvCxnSpPr>
              <a:cxnSpLocks noChangeShapeType="1"/>
              <a:stCxn id="17431" idx="6"/>
              <a:endCxn id="17430"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7453" name="AutoShape 31"/>
            <p:cNvCxnSpPr>
              <a:cxnSpLocks noChangeShapeType="1"/>
              <a:stCxn id="17427" idx="4"/>
              <a:endCxn id="17428"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17454"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7455"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7456"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7457"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7458"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17411" name="Oval 37"/>
          <p:cNvSpPr>
            <a:spLocks noChangeArrowheads="1"/>
          </p:cNvSpPr>
          <p:nvPr/>
        </p:nvSpPr>
        <p:spPr bwMode="auto">
          <a:xfrm>
            <a:off x="666721" y="19098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17412" name="Line 38"/>
          <p:cNvSpPr>
            <a:spLocks noChangeShapeType="1"/>
          </p:cNvSpPr>
          <p:nvPr/>
        </p:nvSpPr>
        <p:spPr bwMode="auto">
          <a:xfrm flipH="1" flipV="1">
            <a:off x="865441" y="2137320"/>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7413" name="Line 39"/>
          <p:cNvSpPr>
            <a:spLocks noChangeShapeType="1"/>
          </p:cNvSpPr>
          <p:nvPr/>
        </p:nvSpPr>
        <p:spPr bwMode="auto">
          <a:xfrm flipH="1" flipV="1">
            <a:off x="950401" y="2174760"/>
            <a:ext cx="1523520" cy="18892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7414" name="Line 40"/>
          <p:cNvSpPr>
            <a:spLocks noChangeShapeType="1"/>
          </p:cNvSpPr>
          <p:nvPr/>
        </p:nvSpPr>
        <p:spPr bwMode="auto">
          <a:xfrm flipV="1">
            <a:off x="2492641" y="2145961"/>
            <a:ext cx="27360" cy="1851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7415" name="Line 41"/>
          <p:cNvSpPr>
            <a:spLocks noChangeShapeType="1"/>
          </p:cNvSpPr>
          <p:nvPr/>
        </p:nvSpPr>
        <p:spPr bwMode="auto">
          <a:xfrm flipV="1">
            <a:off x="961921" y="2156041"/>
            <a:ext cx="1470240" cy="18792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7416" name="Line 42"/>
          <p:cNvSpPr>
            <a:spLocks noChangeShapeType="1"/>
          </p:cNvSpPr>
          <p:nvPr/>
        </p:nvSpPr>
        <p:spPr bwMode="auto">
          <a:xfrm flipV="1">
            <a:off x="895681" y="2088360"/>
            <a:ext cx="157392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7417" name="Line 43"/>
          <p:cNvSpPr>
            <a:spLocks noChangeShapeType="1"/>
          </p:cNvSpPr>
          <p:nvPr/>
        </p:nvSpPr>
        <p:spPr bwMode="auto">
          <a:xfrm flipV="1">
            <a:off x="933121" y="4049641"/>
            <a:ext cx="1575360" cy="129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7418" name="Oval 44"/>
          <p:cNvSpPr>
            <a:spLocks noChangeArrowheads="1"/>
          </p:cNvSpPr>
          <p:nvPr/>
        </p:nvSpPr>
        <p:spPr bwMode="auto">
          <a:xfrm>
            <a:off x="2311201" y="189972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7419" name="Line 45"/>
          <p:cNvSpPr>
            <a:spLocks noChangeShapeType="1"/>
          </p:cNvSpPr>
          <p:nvPr/>
        </p:nvSpPr>
        <p:spPr bwMode="auto">
          <a:xfrm flipV="1">
            <a:off x="1039681" y="837001"/>
            <a:ext cx="3388320" cy="317664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7420" name="Line 46"/>
          <p:cNvSpPr>
            <a:spLocks noChangeShapeType="1"/>
          </p:cNvSpPr>
          <p:nvPr/>
        </p:nvSpPr>
        <p:spPr bwMode="auto">
          <a:xfrm flipV="1">
            <a:off x="2494081" y="731881"/>
            <a:ext cx="1982880" cy="328176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7421" name="Oval 47"/>
          <p:cNvSpPr>
            <a:spLocks noChangeArrowheads="1"/>
          </p:cNvSpPr>
          <p:nvPr/>
        </p:nvSpPr>
        <p:spPr bwMode="auto">
          <a:xfrm>
            <a:off x="2302561" y="385380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7422" name="Oval 48"/>
          <p:cNvSpPr>
            <a:spLocks noChangeArrowheads="1"/>
          </p:cNvSpPr>
          <p:nvPr/>
        </p:nvSpPr>
        <p:spPr bwMode="auto">
          <a:xfrm>
            <a:off x="722880" y="38638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7423" name="Line 49"/>
          <p:cNvSpPr>
            <a:spLocks noChangeShapeType="1"/>
          </p:cNvSpPr>
          <p:nvPr/>
        </p:nvSpPr>
        <p:spPr bwMode="auto">
          <a:xfrm flipV="1">
            <a:off x="2501281" y="779401"/>
            <a:ext cx="1913760" cy="1283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7424" name="Oval 50"/>
          <p:cNvSpPr>
            <a:spLocks noChangeArrowheads="1"/>
          </p:cNvSpPr>
          <p:nvPr/>
        </p:nvSpPr>
        <p:spPr bwMode="auto">
          <a:xfrm>
            <a:off x="4256640" y="514441"/>
            <a:ext cx="380160" cy="38160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1941127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2"/>
          <p:cNvGrpSpPr>
            <a:grpSpLocks/>
          </p:cNvGrpSpPr>
          <p:nvPr/>
        </p:nvGrpSpPr>
        <p:grpSpPr bwMode="auto">
          <a:xfrm>
            <a:off x="676800" y="518761"/>
            <a:ext cx="7850880" cy="5654880"/>
            <a:chOff x="426" y="327"/>
            <a:chExt cx="4946" cy="3562"/>
          </a:xfrm>
        </p:grpSpPr>
        <p:sp>
          <p:nvSpPr>
            <p:cNvPr id="18449"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8450"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8451"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8452"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8453"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8454"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8455"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8456"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8457"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18458" name="AutoShape 12"/>
            <p:cNvCxnSpPr>
              <a:cxnSpLocks noChangeShapeType="1"/>
              <a:stCxn id="18451" idx="3"/>
              <a:endCxn id="18449"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59" name="AutoShape 13"/>
            <p:cNvCxnSpPr>
              <a:cxnSpLocks noChangeShapeType="1"/>
              <a:stCxn id="18449" idx="0"/>
              <a:endCxn id="18450"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0" name="AutoShape 14"/>
            <p:cNvCxnSpPr>
              <a:cxnSpLocks noChangeShapeType="1"/>
              <a:stCxn id="18450" idx="6"/>
              <a:endCxn id="18451"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1" name="AutoShape 15"/>
            <p:cNvCxnSpPr>
              <a:cxnSpLocks noChangeShapeType="1"/>
              <a:stCxn id="18450" idx="5"/>
              <a:endCxn id="18452"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2" name="AutoShape 16"/>
            <p:cNvCxnSpPr>
              <a:cxnSpLocks noChangeShapeType="1"/>
              <a:stCxn id="18451" idx="7"/>
              <a:endCxn id="18457"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3" name="AutoShape 17"/>
            <p:cNvCxnSpPr>
              <a:cxnSpLocks noChangeShapeType="1"/>
              <a:stCxn id="18457" idx="4"/>
              <a:endCxn id="18456"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4" name="AutoShape 18"/>
            <p:cNvCxnSpPr>
              <a:cxnSpLocks noChangeShapeType="1"/>
              <a:stCxn id="18451" idx="6"/>
              <a:endCxn id="18456"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5" name="AutoShape 19"/>
            <p:cNvCxnSpPr>
              <a:cxnSpLocks noChangeShapeType="1"/>
              <a:stCxn id="18456" idx="6"/>
              <a:endCxn id="18482"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6" name="AutoShape 20"/>
            <p:cNvCxnSpPr>
              <a:cxnSpLocks noChangeShapeType="1"/>
              <a:stCxn id="18452" idx="7"/>
              <a:endCxn id="18456"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7" name="AutoShape 21"/>
            <p:cNvCxnSpPr>
              <a:cxnSpLocks noChangeShapeType="1"/>
              <a:stCxn id="18456" idx="5"/>
              <a:endCxn id="18453"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8" name="AutoShape 22"/>
            <p:cNvCxnSpPr>
              <a:cxnSpLocks noChangeShapeType="1"/>
              <a:stCxn id="18482" idx="3"/>
              <a:endCxn id="18453"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69" name="AutoShape 23"/>
            <p:cNvCxnSpPr>
              <a:cxnSpLocks noChangeShapeType="1"/>
              <a:stCxn id="18453" idx="2"/>
              <a:endCxn id="18452"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70" name="AutoShape 24"/>
            <p:cNvCxnSpPr>
              <a:cxnSpLocks noChangeShapeType="1"/>
              <a:stCxn id="18452" idx="2"/>
              <a:endCxn id="18449"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71" name="AutoShape 25"/>
            <p:cNvCxnSpPr>
              <a:cxnSpLocks noChangeShapeType="1"/>
              <a:stCxn id="18452" idx="5"/>
              <a:endCxn id="18454"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72" name="AutoShape 26"/>
            <p:cNvCxnSpPr>
              <a:cxnSpLocks noChangeShapeType="1"/>
              <a:stCxn id="18453" idx="4"/>
              <a:endCxn id="18454"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73" name="AutoShape 27"/>
            <p:cNvCxnSpPr>
              <a:cxnSpLocks noChangeShapeType="1"/>
              <a:stCxn id="18455" idx="7"/>
              <a:endCxn id="18453"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74" name="AutoShape 28"/>
            <p:cNvCxnSpPr>
              <a:cxnSpLocks noChangeShapeType="1"/>
              <a:stCxn id="18449" idx="5"/>
              <a:endCxn id="18455"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75" name="AutoShape 29"/>
            <p:cNvCxnSpPr>
              <a:cxnSpLocks noChangeShapeType="1"/>
              <a:stCxn id="18452" idx="4"/>
              <a:endCxn id="18455"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76" name="AutoShape 30"/>
            <p:cNvCxnSpPr>
              <a:cxnSpLocks noChangeShapeType="1"/>
              <a:stCxn id="18455" idx="6"/>
              <a:endCxn id="18454"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8477" name="AutoShape 31"/>
            <p:cNvCxnSpPr>
              <a:cxnSpLocks noChangeShapeType="1"/>
              <a:stCxn id="18451" idx="4"/>
              <a:endCxn id="18452"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18478"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8479"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8480"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8481"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8482"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18435" name="Oval 37"/>
          <p:cNvSpPr>
            <a:spLocks noChangeArrowheads="1"/>
          </p:cNvSpPr>
          <p:nvPr/>
        </p:nvSpPr>
        <p:spPr bwMode="auto">
          <a:xfrm>
            <a:off x="666721" y="19098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18436" name="Line 38"/>
          <p:cNvSpPr>
            <a:spLocks noChangeShapeType="1"/>
          </p:cNvSpPr>
          <p:nvPr/>
        </p:nvSpPr>
        <p:spPr bwMode="auto">
          <a:xfrm flipH="1" flipV="1">
            <a:off x="865441" y="2137320"/>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8437" name="Line 39"/>
          <p:cNvSpPr>
            <a:spLocks noChangeShapeType="1"/>
          </p:cNvSpPr>
          <p:nvPr/>
        </p:nvSpPr>
        <p:spPr bwMode="auto">
          <a:xfrm flipH="1" flipV="1">
            <a:off x="950401" y="2174760"/>
            <a:ext cx="1523520" cy="18892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8438" name="Line 40"/>
          <p:cNvSpPr>
            <a:spLocks noChangeShapeType="1"/>
          </p:cNvSpPr>
          <p:nvPr/>
        </p:nvSpPr>
        <p:spPr bwMode="auto">
          <a:xfrm flipV="1">
            <a:off x="2492641" y="2145961"/>
            <a:ext cx="27360" cy="1851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8439" name="Line 41"/>
          <p:cNvSpPr>
            <a:spLocks noChangeShapeType="1"/>
          </p:cNvSpPr>
          <p:nvPr/>
        </p:nvSpPr>
        <p:spPr bwMode="auto">
          <a:xfrm flipV="1">
            <a:off x="961921" y="2156041"/>
            <a:ext cx="1470240" cy="18792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8440" name="Line 42"/>
          <p:cNvSpPr>
            <a:spLocks noChangeShapeType="1"/>
          </p:cNvSpPr>
          <p:nvPr/>
        </p:nvSpPr>
        <p:spPr bwMode="auto">
          <a:xfrm flipV="1">
            <a:off x="895681" y="2088360"/>
            <a:ext cx="157392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8441" name="Line 43"/>
          <p:cNvSpPr>
            <a:spLocks noChangeShapeType="1"/>
          </p:cNvSpPr>
          <p:nvPr/>
        </p:nvSpPr>
        <p:spPr bwMode="auto">
          <a:xfrm flipV="1">
            <a:off x="933121" y="4049641"/>
            <a:ext cx="1575360" cy="129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8442" name="Oval 44"/>
          <p:cNvSpPr>
            <a:spLocks noChangeArrowheads="1"/>
          </p:cNvSpPr>
          <p:nvPr/>
        </p:nvSpPr>
        <p:spPr bwMode="auto">
          <a:xfrm>
            <a:off x="2311201" y="189972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8443" name="Oval 45"/>
          <p:cNvSpPr>
            <a:spLocks noChangeArrowheads="1"/>
          </p:cNvSpPr>
          <p:nvPr/>
        </p:nvSpPr>
        <p:spPr bwMode="auto">
          <a:xfrm>
            <a:off x="2302561" y="385380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8444" name="Oval 46"/>
          <p:cNvSpPr>
            <a:spLocks noChangeArrowheads="1"/>
          </p:cNvSpPr>
          <p:nvPr/>
        </p:nvSpPr>
        <p:spPr bwMode="auto">
          <a:xfrm>
            <a:off x="722880" y="38638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8445" name="Line 47"/>
          <p:cNvSpPr>
            <a:spLocks noChangeShapeType="1"/>
          </p:cNvSpPr>
          <p:nvPr/>
        </p:nvSpPr>
        <p:spPr bwMode="auto">
          <a:xfrm flipV="1">
            <a:off x="1039681" y="2750761"/>
            <a:ext cx="3281760" cy="126288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8446" name="Line 48"/>
          <p:cNvSpPr>
            <a:spLocks noChangeShapeType="1"/>
          </p:cNvSpPr>
          <p:nvPr/>
        </p:nvSpPr>
        <p:spPr bwMode="auto">
          <a:xfrm>
            <a:off x="2653921" y="2061001"/>
            <a:ext cx="1643040" cy="6811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8447" name="Line 49"/>
          <p:cNvSpPr>
            <a:spLocks noChangeShapeType="1"/>
          </p:cNvSpPr>
          <p:nvPr/>
        </p:nvSpPr>
        <p:spPr bwMode="auto">
          <a:xfrm flipV="1">
            <a:off x="2568960" y="2808361"/>
            <a:ext cx="1797120" cy="1139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8448" name="Oval 50"/>
          <p:cNvSpPr>
            <a:spLocks noChangeArrowheads="1"/>
          </p:cNvSpPr>
          <p:nvPr/>
        </p:nvSpPr>
        <p:spPr bwMode="auto">
          <a:xfrm>
            <a:off x="4226401" y="2526120"/>
            <a:ext cx="380160" cy="38016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2003064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2"/>
          <p:cNvGrpSpPr>
            <a:grpSpLocks/>
          </p:cNvGrpSpPr>
          <p:nvPr/>
        </p:nvGrpSpPr>
        <p:grpSpPr bwMode="auto">
          <a:xfrm>
            <a:off x="676800" y="518761"/>
            <a:ext cx="7850880" cy="5654880"/>
            <a:chOff x="426" y="327"/>
            <a:chExt cx="4946" cy="3562"/>
          </a:xfrm>
        </p:grpSpPr>
        <p:sp>
          <p:nvSpPr>
            <p:cNvPr id="19473"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9474"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9475"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9476"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9477"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9478"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9479"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9480"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19481"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19482" name="AutoShape 12"/>
            <p:cNvCxnSpPr>
              <a:cxnSpLocks noChangeShapeType="1"/>
              <a:stCxn id="19475" idx="3"/>
              <a:endCxn id="19473"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83" name="AutoShape 13"/>
            <p:cNvCxnSpPr>
              <a:cxnSpLocks noChangeShapeType="1"/>
              <a:stCxn id="19473" idx="0"/>
              <a:endCxn id="19474"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84" name="AutoShape 14"/>
            <p:cNvCxnSpPr>
              <a:cxnSpLocks noChangeShapeType="1"/>
              <a:stCxn id="19474" idx="6"/>
              <a:endCxn id="19475"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85" name="AutoShape 15"/>
            <p:cNvCxnSpPr>
              <a:cxnSpLocks noChangeShapeType="1"/>
              <a:stCxn id="19474" idx="5"/>
              <a:endCxn id="19476"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86" name="AutoShape 16"/>
            <p:cNvCxnSpPr>
              <a:cxnSpLocks noChangeShapeType="1"/>
              <a:stCxn id="19475" idx="7"/>
              <a:endCxn id="19481"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87" name="AutoShape 17"/>
            <p:cNvCxnSpPr>
              <a:cxnSpLocks noChangeShapeType="1"/>
              <a:stCxn id="19481" idx="4"/>
              <a:endCxn id="19480"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88" name="AutoShape 18"/>
            <p:cNvCxnSpPr>
              <a:cxnSpLocks noChangeShapeType="1"/>
              <a:stCxn id="19475" idx="6"/>
              <a:endCxn id="19480"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89" name="AutoShape 19"/>
            <p:cNvCxnSpPr>
              <a:cxnSpLocks noChangeShapeType="1"/>
              <a:stCxn id="19480" idx="6"/>
              <a:endCxn id="19506"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0" name="AutoShape 20"/>
            <p:cNvCxnSpPr>
              <a:cxnSpLocks noChangeShapeType="1"/>
              <a:stCxn id="19476" idx="7"/>
              <a:endCxn id="19480"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1" name="AutoShape 21"/>
            <p:cNvCxnSpPr>
              <a:cxnSpLocks noChangeShapeType="1"/>
              <a:stCxn id="19480" idx="5"/>
              <a:endCxn id="19477"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2" name="AutoShape 22"/>
            <p:cNvCxnSpPr>
              <a:cxnSpLocks noChangeShapeType="1"/>
              <a:stCxn id="19506" idx="3"/>
              <a:endCxn id="19477"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3" name="AutoShape 23"/>
            <p:cNvCxnSpPr>
              <a:cxnSpLocks noChangeShapeType="1"/>
              <a:stCxn id="19477" idx="2"/>
              <a:endCxn id="19476"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4" name="AutoShape 24"/>
            <p:cNvCxnSpPr>
              <a:cxnSpLocks noChangeShapeType="1"/>
              <a:stCxn id="19476" idx="2"/>
              <a:endCxn id="19473"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5" name="AutoShape 25"/>
            <p:cNvCxnSpPr>
              <a:cxnSpLocks noChangeShapeType="1"/>
              <a:stCxn id="19476" idx="5"/>
              <a:endCxn id="19478"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6" name="AutoShape 26"/>
            <p:cNvCxnSpPr>
              <a:cxnSpLocks noChangeShapeType="1"/>
              <a:stCxn id="19477" idx="4"/>
              <a:endCxn id="19478"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7" name="AutoShape 27"/>
            <p:cNvCxnSpPr>
              <a:cxnSpLocks noChangeShapeType="1"/>
              <a:stCxn id="19479" idx="7"/>
              <a:endCxn id="19477"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8" name="AutoShape 28"/>
            <p:cNvCxnSpPr>
              <a:cxnSpLocks noChangeShapeType="1"/>
              <a:stCxn id="19473" idx="5"/>
              <a:endCxn id="19479"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499" name="AutoShape 29"/>
            <p:cNvCxnSpPr>
              <a:cxnSpLocks noChangeShapeType="1"/>
              <a:stCxn id="19476" idx="4"/>
              <a:endCxn id="19479"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500" name="AutoShape 30"/>
            <p:cNvCxnSpPr>
              <a:cxnSpLocks noChangeShapeType="1"/>
              <a:stCxn id="19479" idx="6"/>
              <a:endCxn id="19478"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19501" name="AutoShape 31"/>
            <p:cNvCxnSpPr>
              <a:cxnSpLocks noChangeShapeType="1"/>
              <a:stCxn id="19475" idx="4"/>
              <a:endCxn id="19476"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19502"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9503"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9504"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9505"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19506"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19459" name="Oval 37"/>
          <p:cNvSpPr>
            <a:spLocks noChangeArrowheads="1"/>
          </p:cNvSpPr>
          <p:nvPr/>
        </p:nvSpPr>
        <p:spPr bwMode="auto">
          <a:xfrm>
            <a:off x="666721" y="19098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19460" name="Line 38"/>
          <p:cNvSpPr>
            <a:spLocks noChangeShapeType="1"/>
          </p:cNvSpPr>
          <p:nvPr/>
        </p:nvSpPr>
        <p:spPr bwMode="auto">
          <a:xfrm flipH="1" flipV="1">
            <a:off x="865441" y="2137320"/>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9461" name="Line 39"/>
          <p:cNvSpPr>
            <a:spLocks noChangeShapeType="1"/>
          </p:cNvSpPr>
          <p:nvPr/>
        </p:nvSpPr>
        <p:spPr bwMode="auto">
          <a:xfrm flipH="1" flipV="1">
            <a:off x="950401" y="2174760"/>
            <a:ext cx="1523520" cy="18892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9462" name="Line 40"/>
          <p:cNvSpPr>
            <a:spLocks noChangeShapeType="1"/>
          </p:cNvSpPr>
          <p:nvPr/>
        </p:nvSpPr>
        <p:spPr bwMode="auto">
          <a:xfrm flipV="1">
            <a:off x="2492641" y="2145961"/>
            <a:ext cx="27360" cy="1851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9463" name="Line 41"/>
          <p:cNvSpPr>
            <a:spLocks noChangeShapeType="1"/>
          </p:cNvSpPr>
          <p:nvPr/>
        </p:nvSpPr>
        <p:spPr bwMode="auto">
          <a:xfrm flipV="1">
            <a:off x="961921" y="2156041"/>
            <a:ext cx="1470240" cy="18792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9464" name="Line 42"/>
          <p:cNvSpPr>
            <a:spLocks noChangeShapeType="1"/>
          </p:cNvSpPr>
          <p:nvPr/>
        </p:nvSpPr>
        <p:spPr bwMode="auto">
          <a:xfrm flipV="1">
            <a:off x="895681" y="2088360"/>
            <a:ext cx="157392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9465" name="Line 43"/>
          <p:cNvSpPr>
            <a:spLocks noChangeShapeType="1"/>
          </p:cNvSpPr>
          <p:nvPr/>
        </p:nvSpPr>
        <p:spPr bwMode="auto">
          <a:xfrm flipV="1">
            <a:off x="933121" y="4049641"/>
            <a:ext cx="1575360" cy="129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9466" name="Oval 44"/>
          <p:cNvSpPr>
            <a:spLocks noChangeArrowheads="1"/>
          </p:cNvSpPr>
          <p:nvPr/>
        </p:nvSpPr>
        <p:spPr bwMode="auto">
          <a:xfrm>
            <a:off x="2311201" y="189972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9467" name="Oval 45"/>
          <p:cNvSpPr>
            <a:spLocks noChangeArrowheads="1"/>
          </p:cNvSpPr>
          <p:nvPr/>
        </p:nvSpPr>
        <p:spPr bwMode="auto">
          <a:xfrm>
            <a:off x="2302561" y="385380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9468" name="Oval 46"/>
          <p:cNvSpPr>
            <a:spLocks noChangeArrowheads="1"/>
          </p:cNvSpPr>
          <p:nvPr/>
        </p:nvSpPr>
        <p:spPr bwMode="auto">
          <a:xfrm>
            <a:off x="722880" y="38638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19469" name="Line 47"/>
          <p:cNvSpPr>
            <a:spLocks noChangeShapeType="1"/>
          </p:cNvSpPr>
          <p:nvPr/>
        </p:nvSpPr>
        <p:spPr bwMode="auto">
          <a:xfrm>
            <a:off x="2560320" y="2125801"/>
            <a:ext cx="1077120" cy="379152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9470" name="Line 48"/>
          <p:cNvSpPr>
            <a:spLocks noChangeShapeType="1"/>
          </p:cNvSpPr>
          <p:nvPr/>
        </p:nvSpPr>
        <p:spPr bwMode="auto">
          <a:xfrm flipH="1" flipV="1">
            <a:off x="2432161" y="4137481"/>
            <a:ext cx="1100160" cy="17366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9471" name="Line 49"/>
          <p:cNvSpPr>
            <a:spLocks noChangeShapeType="1"/>
          </p:cNvSpPr>
          <p:nvPr/>
        </p:nvSpPr>
        <p:spPr bwMode="auto">
          <a:xfrm flipH="1" flipV="1">
            <a:off x="989281" y="4146121"/>
            <a:ext cx="2543040" cy="18720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19472" name="Oval 50"/>
          <p:cNvSpPr>
            <a:spLocks noChangeArrowheads="1"/>
          </p:cNvSpPr>
          <p:nvPr/>
        </p:nvSpPr>
        <p:spPr bwMode="auto">
          <a:xfrm>
            <a:off x="3445921" y="5777641"/>
            <a:ext cx="381600" cy="38160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8138347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a:grpSpLocks/>
          </p:cNvGrpSpPr>
          <p:nvPr/>
        </p:nvGrpSpPr>
        <p:grpSpPr bwMode="auto">
          <a:xfrm>
            <a:off x="676800" y="518761"/>
            <a:ext cx="7850880" cy="5654880"/>
            <a:chOff x="426" y="327"/>
            <a:chExt cx="4946" cy="3562"/>
          </a:xfrm>
        </p:grpSpPr>
        <p:sp>
          <p:nvSpPr>
            <p:cNvPr id="20497"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0498"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0499"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0500"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0501"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0502"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0503"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0504"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0505"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0506" name="AutoShape 12"/>
            <p:cNvCxnSpPr>
              <a:cxnSpLocks noChangeShapeType="1"/>
              <a:stCxn id="20499" idx="3"/>
              <a:endCxn id="20497"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07" name="AutoShape 13"/>
            <p:cNvCxnSpPr>
              <a:cxnSpLocks noChangeShapeType="1"/>
              <a:stCxn id="20497" idx="0"/>
              <a:endCxn id="20498"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08" name="AutoShape 14"/>
            <p:cNvCxnSpPr>
              <a:cxnSpLocks noChangeShapeType="1"/>
              <a:stCxn id="20498" idx="6"/>
              <a:endCxn id="20499"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09" name="AutoShape 15"/>
            <p:cNvCxnSpPr>
              <a:cxnSpLocks noChangeShapeType="1"/>
              <a:stCxn id="20498" idx="5"/>
              <a:endCxn id="20500"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0" name="AutoShape 16"/>
            <p:cNvCxnSpPr>
              <a:cxnSpLocks noChangeShapeType="1"/>
              <a:stCxn id="20499" idx="7"/>
              <a:endCxn id="20505"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1" name="AutoShape 17"/>
            <p:cNvCxnSpPr>
              <a:cxnSpLocks noChangeShapeType="1"/>
              <a:stCxn id="20505" idx="4"/>
              <a:endCxn id="20504"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2" name="AutoShape 18"/>
            <p:cNvCxnSpPr>
              <a:cxnSpLocks noChangeShapeType="1"/>
              <a:stCxn id="20499" idx="6"/>
              <a:endCxn id="20504"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3" name="AutoShape 19"/>
            <p:cNvCxnSpPr>
              <a:cxnSpLocks noChangeShapeType="1"/>
              <a:stCxn id="20504" idx="6"/>
              <a:endCxn id="20530"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4" name="AutoShape 20"/>
            <p:cNvCxnSpPr>
              <a:cxnSpLocks noChangeShapeType="1"/>
              <a:stCxn id="20500" idx="7"/>
              <a:endCxn id="20504"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5" name="AutoShape 21"/>
            <p:cNvCxnSpPr>
              <a:cxnSpLocks noChangeShapeType="1"/>
              <a:stCxn id="20504" idx="5"/>
              <a:endCxn id="20501"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6" name="AutoShape 22"/>
            <p:cNvCxnSpPr>
              <a:cxnSpLocks noChangeShapeType="1"/>
              <a:stCxn id="20530" idx="3"/>
              <a:endCxn id="20501"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7" name="AutoShape 23"/>
            <p:cNvCxnSpPr>
              <a:cxnSpLocks noChangeShapeType="1"/>
              <a:stCxn id="20501" idx="2"/>
              <a:endCxn id="20500"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8" name="AutoShape 24"/>
            <p:cNvCxnSpPr>
              <a:cxnSpLocks noChangeShapeType="1"/>
              <a:stCxn id="20500" idx="2"/>
              <a:endCxn id="20497"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19" name="AutoShape 25"/>
            <p:cNvCxnSpPr>
              <a:cxnSpLocks noChangeShapeType="1"/>
              <a:stCxn id="20500" idx="5"/>
              <a:endCxn id="20502"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20" name="AutoShape 26"/>
            <p:cNvCxnSpPr>
              <a:cxnSpLocks noChangeShapeType="1"/>
              <a:stCxn id="20501" idx="4"/>
              <a:endCxn id="20502"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21" name="AutoShape 27"/>
            <p:cNvCxnSpPr>
              <a:cxnSpLocks noChangeShapeType="1"/>
              <a:stCxn id="20503" idx="7"/>
              <a:endCxn id="20501"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22" name="AutoShape 28"/>
            <p:cNvCxnSpPr>
              <a:cxnSpLocks noChangeShapeType="1"/>
              <a:stCxn id="20497" idx="5"/>
              <a:endCxn id="20503"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23" name="AutoShape 29"/>
            <p:cNvCxnSpPr>
              <a:cxnSpLocks noChangeShapeType="1"/>
              <a:stCxn id="20500" idx="4"/>
              <a:endCxn id="20503"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24" name="AutoShape 30"/>
            <p:cNvCxnSpPr>
              <a:cxnSpLocks noChangeShapeType="1"/>
              <a:stCxn id="20503" idx="6"/>
              <a:endCxn id="20502"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0525" name="AutoShape 31"/>
            <p:cNvCxnSpPr>
              <a:cxnSpLocks noChangeShapeType="1"/>
              <a:stCxn id="20499" idx="4"/>
              <a:endCxn id="20500"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0526"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0527"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0528"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0529"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0530"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0483" name="Oval 37"/>
          <p:cNvSpPr>
            <a:spLocks noChangeArrowheads="1"/>
          </p:cNvSpPr>
          <p:nvPr/>
        </p:nvSpPr>
        <p:spPr bwMode="auto">
          <a:xfrm>
            <a:off x="666721" y="19098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0484" name="Line 38"/>
          <p:cNvSpPr>
            <a:spLocks noChangeShapeType="1"/>
          </p:cNvSpPr>
          <p:nvPr/>
        </p:nvSpPr>
        <p:spPr bwMode="auto">
          <a:xfrm flipH="1" flipV="1">
            <a:off x="865441" y="2137320"/>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0485" name="Line 39"/>
          <p:cNvSpPr>
            <a:spLocks noChangeShapeType="1"/>
          </p:cNvSpPr>
          <p:nvPr/>
        </p:nvSpPr>
        <p:spPr bwMode="auto">
          <a:xfrm flipH="1" flipV="1">
            <a:off x="950401" y="2174760"/>
            <a:ext cx="1523520" cy="18892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0486" name="Line 40"/>
          <p:cNvSpPr>
            <a:spLocks noChangeShapeType="1"/>
          </p:cNvSpPr>
          <p:nvPr/>
        </p:nvSpPr>
        <p:spPr bwMode="auto">
          <a:xfrm flipV="1">
            <a:off x="2492641" y="2145961"/>
            <a:ext cx="27360" cy="1851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0487" name="Line 41"/>
          <p:cNvSpPr>
            <a:spLocks noChangeShapeType="1"/>
          </p:cNvSpPr>
          <p:nvPr/>
        </p:nvSpPr>
        <p:spPr bwMode="auto">
          <a:xfrm flipV="1">
            <a:off x="961921" y="2156041"/>
            <a:ext cx="1470240" cy="18792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0488" name="Line 42"/>
          <p:cNvSpPr>
            <a:spLocks noChangeShapeType="1"/>
          </p:cNvSpPr>
          <p:nvPr/>
        </p:nvSpPr>
        <p:spPr bwMode="auto">
          <a:xfrm flipV="1">
            <a:off x="895681" y="2088360"/>
            <a:ext cx="157392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0489" name="Line 43"/>
          <p:cNvSpPr>
            <a:spLocks noChangeShapeType="1"/>
          </p:cNvSpPr>
          <p:nvPr/>
        </p:nvSpPr>
        <p:spPr bwMode="auto">
          <a:xfrm flipV="1">
            <a:off x="933121" y="4049641"/>
            <a:ext cx="1575360" cy="129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0490" name="Oval 44"/>
          <p:cNvSpPr>
            <a:spLocks noChangeArrowheads="1"/>
          </p:cNvSpPr>
          <p:nvPr/>
        </p:nvSpPr>
        <p:spPr bwMode="auto">
          <a:xfrm>
            <a:off x="2311201" y="189972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0491" name="Oval 45"/>
          <p:cNvSpPr>
            <a:spLocks noChangeArrowheads="1"/>
          </p:cNvSpPr>
          <p:nvPr/>
        </p:nvSpPr>
        <p:spPr bwMode="auto">
          <a:xfrm>
            <a:off x="2302561" y="385380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0492" name="Oval 46"/>
          <p:cNvSpPr>
            <a:spLocks noChangeArrowheads="1"/>
          </p:cNvSpPr>
          <p:nvPr/>
        </p:nvSpPr>
        <p:spPr bwMode="auto">
          <a:xfrm>
            <a:off x="722880" y="38638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0493" name="Line 47"/>
          <p:cNvSpPr>
            <a:spLocks noChangeShapeType="1"/>
          </p:cNvSpPr>
          <p:nvPr/>
        </p:nvSpPr>
        <p:spPr bwMode="auto">
          <a:xfrm>
            <a:off x="2560321" y="2125801"/>
            <a:ext cx="2587680" cy="372528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0494" name="Line 48"/>
          <p:cNvSpPr>
            <a:spLocks noChangeShapeType="1"/>
          </p:cNvSpPr>
          <p:nvPr/>
        </p:nvSpPr>
        <p:spPr bwMode="auto">
          <a:xfrm flipH="1" flipV="1">
            <a:off x="959041" y="4071241"/>
            <a:ext cx="4111200" cy="1859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0495" name="Line 49"/>
          <p:cNvSpPr>
            <a:spLocks noChangeShapeType="1"/>
          </p:cNvSpPr>
          <p:nvPr/>
        </p:nvSpPr>
        <p:spPr bwMode="auto">
          <a:xfrm flipH="1" flipV="1">
            <a:off x="2632321" y="4176360"/>
            <a:ext cx="2543040" cy="174528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0496" name="Oval 50"/>
          <p:cNvSpPr>
            <a:spLocks noChangeArrowheads="1"/>
          </p:cNvSpPr>
          <p:nvPr/>
        </p:nvSpPr>
        <p:spPr bwMode="auto">
          <a:xfrm>
            <a:off x="5005441" y="5797800"/>
            <a:ext cx="381600" cy="38016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9066994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2"/>
          <p:cNvGrpSpPr>
            <a:grpSpLocks/>
          </p:cNvGrpSpPr>
          <p:nvPr/>
        </p:nvGrpSpPr>
        <p:grpSpPr bwMode="auto">
          <a:xfrm>
            <a:off x="676800" y="518761"/>
            <a:ext cx="7850880" cy="5654880"/>
            <a:chOff x="426" y="327"/>
            <a:chExt cx="4946" cy="3562"/>
          </a:xfrm>
        </p:grpSpPr>
        <p:sp>
          <p:nvSpPr>
            <p:cNvPr id="21521"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1522"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1523"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1524"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1525"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1526"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1527"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1528"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1529"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1530" name="AutoShape 12"/>
            <p:cNvCxnSpPr>
              <a:cxnSpLocks noChangeShapeType="1"/>
              <a:stCxn id="21523" idx="3"/>
              <a:endCxn id="21521"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31" name="AutoShape 13"/>
            <p:cNvCxnSpPr>
              <a:cxnSpLocks noChangeShapeType="1"/>
              <a:stCxn id="21521" idx="0"/>
              <a:endCxn id="21522"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32" name="AutoShape 14"/>
            <p:cNvCxnSpPr>
              <a:cxnSpLocks noChangeShapeType="1"/>
              <a:stCxn id="21522" idx="6"/>
              <a:endCxn id="21523"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33" name="AutoShape 15"/>
            <p:cNvCxnSpPr>
              <a:cxnSpLocks noChangeShapeType="1"/>
              <a:stCxn id="21522" idx="5"/>
              <a:endCxn id="21524"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34" name="AutoShape 16"/>
            <p:cNvCxnSpPr>
              <a:cxnSpLocks noChangeShapeType="1"/>
              <a:stCxn id="21523" idx="7"/>
              <a:endCxn id="21529"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35" name="AutoShape 17"/>
            <p:cNvCxnSpPr>
              <a:cxnSpLocks noChangeShapeType="1"/>
              <a:stCxn id="21529" idx="4"/>
              <a:endCxn id="21528"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36" name="AutoShape 18"/>
            <p:cNvCxnSpPr>
              <a:cxnSpLocks noChangeShapeType="1"/>
              <a:stCxn id="21523" idx="6"/>
              <a:endCxn id="21528"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37" name="AutoShape 19"/>
            <p:cNvCxnSpPr>
              <a:cxnSpLocks noChangeShapeType="1"/>
              <a:stCxn id="21528" idx="6"/>
              <a:endCxn id="21554"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38" name="AutoShape 20"/>
            <p:cNvCxnSpPr>
              <a:cxnSpLocks noChangeShapeType="1"/>
              <a:stCxn id="21524" idx="7"/>
              <a:endCxn id="21528"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39" name="AutoShape 21"/>
            <p:cNvCxnSpPr>
              <a:cxnSpLocks noChangeShapeType="1"/>
              <a:stCxn id="21528" idx="5"/>
              <a:endCxn id="21525"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0" name="AutoShape 22"/>
            <p:cNvCxnSpPr>
              <a:cxnSpLocks noChangeShapeType="1"/>
              <a:stCxn id="21554" idx="3"/>
              <a:endCxn id="21525"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1" name="AutoShape 23"/>
            <p:cNvCxnSpPr>
              <a:cxnSpLocks noChangeShapeType="1"/>
              <a:stCxn id="21525" idx="2"/>
              <a:endCxn id="21524"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2" name="AutoShape 24"/>
            <p:cNvCxnSpPr>
              <a:cxnSpLocks noChangeShapeType="1"/>
              <a:stCxn id="21524" idx="2"/>
              <a:endCxn id="21521"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3" name="AutoShape 25"/>
            <p:cNvCxnSpPr>
              <a:cxnSpLocks noChangeShapeType="1"/>
              <a:stCxn id="21524" idx="5"/>
              <a:endCxn id="21526"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4" name="AutoShape 26"/>
            <p:cNvCxnSpPr>
              <a:cxnSpLocks noChangeShapeType="1"/>
              <a:stCxn id="21525" idx="4"/>
              <a:endCxn id="21526"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5" name="AutoShape 27"/>
            <p:cNvCxnSpPr>
              <a:cxnSpLocks noChangeShapeType="1"/>
              <a:stCxn id="21527" idx="7"/>
              <a:endCxn id="21525"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6" name="AutoShape 28"/>
            <p:cNvCxnSpPr>
              <a:cxnSpLocks noChangeShapeType="1"/>
              <a:stCxn id="21521" idx="5"/>
              <a:endCxn id="21527"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7" name="AutoShape 29"/>
            <p:cNvCxnSpPr>
              <a:cxnSpLocks noChangeShapeType="1"/>
              <a:stCxn id="21524" idx="4"/>
              <a:endCxn id="21527"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8" name="AutoShape 30"/>
            <p:cNvCxnSpPr>
              <a:cxnSpLocks noChangeShapeType="1"/>
              <a:stCxn id="21527" idx="6"/>
              <a:endCxn id="21526"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1549" name="AutoShape 31"/>
            <p:cNvCxnSpPr>
              <a:cxnSpLocks noChangeShapeType="1"/>
              <a:stCxn id="21523" idx="4"/>
              <a:endCxn id="21524"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1550"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1551"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1552"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1553"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1554"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1507" name="Oval 37"/>
          <p:cNvSpPr>
            <a:spLocks noChangeArrowheads="1"/>
          </p:cNvSpPr>
          <p:nvPr/>
        </p:nvSpPr>
        <p:spPr bwMode="auto">
          <a:xfrm>
            <a:off x="666721" y="19098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1508" name="Line 38"/>
          <p:cNvSpPr>
            <a:spLocks noChangeShapeType="1"/>
          </p:cNvSpPr>
          <p:nvPr/>
        </p:nvSpPr>
        <p:spPr bwMode="auto">
          <a:xfrm flipH="1" flipV="1">
            <a:off x="865441" y="2137320"/>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1509" name="Line 39"/>
          <p:cNvSpPr>
            <a:spLocks noChangeShapeType="1"/>
          </p:cNvSpPr>
          <p:nvPr/>
        </p:nvSpPr>
        <p:spPr bwMode="auto">
          <a:xfrm flipH="1" flipV="1">
            <a:off x="950401" y="2174760"/>
            <a:ext cx="1523520" cy="18892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1510" name="Line 40"/>
          <p:cNvSpPr>
            <a:spLocks noChangeShapeType="1"/>
          </p:cNvSpPr>
          <p:nvPr/>
        </p:nvSpPr>
        <p:spPr bwMode="auto">
          <a:xfrm flipV="1">
            <a:off x="2492641" y="2145961"/>
            <a:ext cx="27360" cy="1851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1511" name="Line 41"/>
          <p:cNvSpPr>
            <a:spLocks noChangeShapeType="1"/>
          </p:cNvSpPr>
          <p:nvPr/>
        </p:nvSpPr>
        <p:spPr bwMode="auto">
          <a:xfrm flipV="1">
            <a:off x="961921" y="2156041"/>
            <a:ext cx="1470240" cy="18792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1512" name="Line 42"/>
          <p:cNvSpPr>
            <a:spLocks noChangeShapeType="1"/>
          </p:cNvSpPr>
          <p:nvPr/>
        </p:nvSpPr>
        <p:spPr bwMode="auto">
          <a:xfrm flipV="1">
            <a:off x="895681" y="2088360"/>
            <a:ext cx="157392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1513" name="Line 43"/>
          <p:cNvSpPr>
            <a:spLocks noChangeShapeType="1"/>
          </p:cNvSpPr>
          <p:nvPr/>
        </p:nvSpPr>
        <p:spPr bwMode="auto">
          <a:xfrm flipV="1">
            <a:off x="933121" y="4049641"/>
            <a:ext cx="1575360" cy="129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1514" name="Oval 44"/>
          <p:cNvSpPr>
            <a:spLocks noChangeArrowheads="1"/>
          </p:cNvSpPr>
          <p:nvPr/>
        </p:nvSpPr>
        <p:spPr bwMode="auto">
          <a:xfrm>
            <a:off x="2311201" y="189972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1515" name="Oval 45"/>
          <p:cNvSpPr>
            <a:spLocks noChangeArrowheads="1"/>
          </p:cNvSpPr>
          <p:nvPr/>
        </p:nvSpPr>
        <p:spPr bwMode="auto">
          <a:xfrm>
            <a:off x="2302561" y="385380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1516" name="Oval 46"/>
          <p:cNvSpPr>
            <a:spLocks noChangeArrowheads="1"/>
          </p:cNvSpPr>
          <p:nvPr/>
        </p:nvSpPr>
        <p:spPr bwMode="auto">
          <a:xfrm>
            <a:off x="722880" y="38638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1517" name="Line 47"/>
          <p:cNvSpPr>
            <a:spLocks noChangeShapeType="1"/>
          </p:cNvSpPr>
          <p:nvPr/>
        </p:nvSpPr>
        <p:spPr bwMode="auto">
          <a:xfrm>
            <a:off x="2560321" y="2125801"/>
            <a:ext cx="3695040" cy="188784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1518" name="Line 48"/>
          <p:cNvSpPr>
            <a:spLocks noChangeShapeType="1"/>
          </p:cNvSpPr>
          <p:nvPr/>
        </p:nvSpPr>
        <p:spPr bwMode="auto">
          <a:xfrm>
            <a:off x="1058401" y="3927241"/>
            <a:ext cx="5224320" cy="3888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1519" name="Line 49"/>
          <p:cNvSpPr>
            <a:spLocks noChangeShapeType="1"/>
          </p:cNvSpPr>
          <p:nvPr/>
        </p:nvSpPr>
        <p:spPr bwMode="auto">
          <a:xfrm flipV="1">
            <a:off x="2646721" y="4039561"/>
            <a:ext cx="3585600" cy="43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1520" name="Oval 50"/>
          <p:cNvSpPr>
            <a:spLocks noChangeArrowheads="1"/>
          </p:cNvSpPr>
          <p:nvPr/>
        </p:nvSpPr>
        <p:spPr bwMode="auto">
          <a:xfrm>
            <a:off x="6179041" y="3845160"/>
            <a:ext cx="380160" cy="38016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10447187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Group 2"/>
          <p:cNvGrpSpPr>
            <a:grpSpLocks/>
          </p:cNvGrpSpPr>
          <p:nvPr/>
        </p:nvGrpSpPr>
        <p:grpSpPr bwMode="auto">
          <a:xfrm>
            <a:off x="676800" y="518761"/>
            <a:ext cx="7850880" cy="5654880"/>
            <a:chOff x="426" y="327"/>
            <a:chExt cx="4946" cy="3562"/>
          </a:xfrm>
        </p:grpSpPr>
        <p:sp>
          <p:nvSpPr>
            <p:cNvPr id="22545"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2546"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2547"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2548"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2549"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2550"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2551"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2552"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2553"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2554" name="AutoShape 12"/>
            <p:cNvCxnSpPr>
              <a:cxnSpLocks noChangeShapeType="1"/>
              <a:stCxn id="22547" idx="3"/>
              <a:endCxn id="22545"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55" name="AutoShape 13"/>
            <p:cNvCxnSpPr>
              <a:cxnSpLocks noChangeShapeType="1"/>
              <a:stCxn id="22545" idx="0"/>
              <a:endCxn id="22546"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56" name="AutoShape 14"/>
            <p:cNvCxnSpPr>
              <a:cxnSpLocks noChangeShapeType="1"/>
              <a:stCxn id="22546" idx="6"/>
              <a:endCxn id="22547"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57" name="AutoShape 15"/>
            <p:cNvCxnSpPr>
              <a:cxnSpLocks noChangeShapeType="1"/>
              <a:stCxn id="22546" idx="5"/>
              <a:endCxn id="22548"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58" name="AutoShape 16"/>
            <p:cNvCxnSpPr>
              <a:cxnSpLocks noChangeShapeType="1"/>
              <a:stCxn id="22547" idx="7"/>
              <a:endCxn id="22553"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59" name="AutoShape 17"/>
            <p:cNvCxnSpPr>
              <a:cxnSpLocks noChangeShapeType="1"/>
              <a:stCxn id="22553" idx="4"/>
              <a:endCxn id="22552"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0" name="AutoShape 18"/>
            <p:cNvCxnSpPr>
              <a:cxnSpLocks noChangeShapeType="1"/>
              <a:stCxn id="22547" idx="6"/>
              <a:endCxn id="22552"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1" name="AutoShape 19"/>
            <p:cNvCxnSpPr>
              <a:cxnSpLocks noChangeShapeType="1"/>
              <a:stCxn id="22552" idx="6"/>
              <a:endCxn id="22578"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2" name="AutoShape 20"/>
            <p:cNvCxnSpPr>
              <a:cxnSpLocks noChangeShapeType="1"/>
              <a:stCxn id="22548" idx="7"/>
              <a:endCxn id="22552"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3" name="AutoShape 21"/>
            <p:cNvCxnSpPr>
              <a:cxnSpLocks noChangeShapeType="1"/>
              <a:stCxn id="22552" idx="5"/>
              <a:endCxn id="22549"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4" name="AutoShape 22"/>
            <p:cNvCxnSpPr>
              <a:cxnSpLocks noChangeShapeType="1"/>
              <a:stCxn id="22578" idx="3"/>
              <a:endCxn id="22549"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5" name="AutoShape 23"/>
            <p:cNvCxnSpPr>
              <a:cxnSpLocks noChangeShapeType="1"/>
              <a:stCxn id="22549" idx="2"/>
              <a:endCxn id="22548"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6" name="AutoShape 24"/>
            <p:cNvCxnSpPr>
              <a:cxnSpLocks noChangeShapeType="1"/>
              <a:stCxn id="22548" idx="2"/>
              <a:endCxn id="22545"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7" name="AutoShape 25"/>
            <p:cNvCxnSpPr>
              <a:cxnSpLocks noChangeShapeType="1"/>
              <a:stCxn id="22548" idx="5"/>
              <a:endCxn id="22550"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8" name="AutoShape 26"/>
            <p:cNvCxnSpPr>
              <a:cxnSpLocks noChangeShapeType="1"/>
              <a:stCxn id="22549" idx="4"/>
              <a:endCxn id="22550"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69" name="AutoShape 27"/>
            <p:cNvCxnSpPr>
              <a:cxnSpLocks noChangeShapeType="1"/>
              <a:stCxn id="22551" idx="7"/>
              <a:endCxn id="22549"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70" name="AutoShape 28"/>
            <p:cNvCxnSpPr>
              <a:cxnSpLocks noChangeShapeType="1"/>
              <a:stCxn id="22545" idx="5"/>
              <a:endCxn id="22551"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71" name="AutoShape 29"/>
            <p:cNvCxnSpPr>
              <a:cxnSpLocks noChangeShapeType="1"/>
              <a:stCxn id="22548" idx="4"/>
              <a:endCxn id="22551"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72" name="AutoShape 30"/>
            <p:cNvCxnSpPr>
              <a:cxnSpLocks noChangeShapeType="1"/>
              <a:stCxn id="22551" idx="6"/>
              <a:endCxn id="22550"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2573" name="AutoShape 31"/>
            <p:cNvCxnSpPr>
              <a:cxnSpLocks noChangeShapeType="1"/>
              <a:stCxn id="22547" idx="4"/>
              <a:endCxn id="22548"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2574"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2575"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2576"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2577"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2578"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2531" name="Oval 37"/>
          <p:cNvSpPr>
            <a:spLocks noChangeArrowheads="1"/>
          </p:cNvSpPr>
          <p:nvPr/>
        </p:nvSpPr>
        <p:spPr bwMode="auto">
          <a:xfrm>
            <a:off x="666721" y="19098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2532" name="Line 38"/>
          <p:cNvSpPr>
            <a:spLocks noChangeShapeType="1"/>
          </p:cNvSpPr>
          <p:nvPr/>
        </p:nvSpPr>
        <p:spPr bwMode="auto">
          <a:xfrm flipH="1" flipV="1">
            <a:off x="865441" y="2137320"/>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2533" name="Line 39"/>
          <p:cNvSpPr>
            <a:spLocks noChangeShapeType="1"/>
          </p:cNvSpPr>
          <p:nvPr/>
        </p:nvSpPr>
        <p:spPr bwMode="auto">
          <a:xfrm flipH="1" flipV="1">
            <a:off x="950401" y="2174760"/>
            <a:ext cx="1523520" cy="18892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2534" name="Line 40"/>
          <p:cNvSpPr>
            <a:spLocks noChangeShapeType="1"/>
          </p:cNvSpPr>
          <p:nvPr/>
        </p:nvSpPr>
        <p:spPr bwMode="auto">
          <a:xfrm flipV="1">
            <a:off x="2492641" y="2145961"/>
            <a:ext cx="27360" cy="1851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2535" name="Line 41"/>
          <p:cNvSpPr>
            <a:spLocks noChangeShapeType="1"/>
          </p:cNvSpPr>
          <p:nvPr/>
        </p:nvSpPr>
        <p:spPr bwMode="auto">
          <a:xfrm flipV="1">
            <a:off x="961921" y="2156041"/>
            <a:ext cx="1470240" cy="18792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2536" name="Line 42"/>
          <p:cNvSpPr>
            <a:spLocks noChangeShapeType="1"/>
          </p:cNvSpPr>
          <p:nvPr/>
        </p:nvSpPr>
        <p:spPr bwMode="auto">
          <a:xfrm flipV="1">
            <a:off x="895681" y="2088360"/>
            <a:ext cx="157392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2537" name="Line 43"/>
          <p:cNvSpPr>
            <a:spLocks noChangeShapeType="1"/>
          </p:cNvSpPr>
          <p:nvPr/>
        </p:nvSpPr>
        <p:spPr bwMode="auto">
          <a:xfrm flipV="1">
            <a:off x="933121" y="4049641"/>
            <a:ext cx="1575360" cy="129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2538" name="Oval 44"/>
          <p:cNvSpPr>
            <a:spLocks noChangeArrowheads="1"/>
          </p:cNvSpPr>
          <p:nvPr/>
        </p:nvSpPr>
        <p:spPr bwMode="auto">
          <a:xfrm>
            <a:off x="2311201" y="189972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2539" name="Oval 45"/>
          <p:cNvSpPr>
            <a:spLocks noChangeArrowheads="1"/>
          </p:cNvSpPr>
          <p:nvPr/>
        </p:nvSpPr>
        <p:spPr bwMode="auto">
          <a:xfrm>
            <a:off x="2302561" y="385380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2540" name="Oval 46"/>
          <p:cNvSpPr>
            <a:spLocks noChangeArrowheads="1"/>
          </p:cNvSpPr>
          <p:nvPr/>
        </p:nvSpPr>
        <p:spPr bwMode="auto">
          <a:xfrm>
            <a:off x="722880" y="38638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2541" name="Oval 47"/>
          <p:cNvSpPr>
            <a:spLocks noChangeArrowheads="1"/>
          </p:cNvSpPr>
          <p:nvPr/>
        </p:nvSpPr>
        <p:spPr bwMode="auto">
          <a:xfrm>
            <a:off x="8133120" y="2563561"/>
            <a:ext cx="380160" cy="38160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
        <p:nvSpPr>
          <p:cNvPr id="22542" name="Line 48"/>
          <p:cNvSpPr>
            <a:spLocks noChangeShapeType="1"/>
          </p:cNvSpPr>
          <p:nvPr/>
        </p:nvSpPr>
        <p:spPr bwMode="auto">
          <a:xfrm>
            <a:off x="2560321" y="2125801"/>
            <a:ext cx="5649120" cy="55152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2543" name="Line 49"/>
          <p:cNvSpPr>
            <a:spLocks noChangeShapeType="1"/>
          </p:cNvSpPr>
          <p:nvPr/>
        </p:nvSpPr>
        <p:spPr bwMode="auto">
          <a:xfrm flipV="1">
            <a:off x="1058401" y="2772361"/>
            <a:ext cx="7169760" cy="118368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2544" name="Line 50"/>
          <p:cNvSpPr>
            <a:spLocks noChangeShapeType="1"/>
          </p:cNvSpPr>
          <p:nvPr/>
        </p:nvSpPr>
        <p:spPr bwMode="auto">
          <a:xfrm flipV="1">
            <a:off x="2541601" y="2755081"/>
            <a:ext cx="5764320" cy="127872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Tree>
    <p:extLst>
      <p:ext uri="{BB962C8B-B14F-4D97-AF65-F5344CB8AC3E}">
        <p14:creationId xmlns:p14="http://schemas.microsoft.com/office/powerpoint/2010/main" val="37916007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2"/>
          <p:cNvGrpSpPr>
            <a:grpSpLocks/>
          </p:cNvGrpSpPr>
          <p:nvPr/>
        </p:nvGrpSpPr>
        <p:grpSpPr bwMode="auto">
          <a:xfrm>
            <a:off x="676800" y="518761"/>
            <a:ext cx="7850880" cy="5654880"/>
            <a:chOff x="426" y="327"/>
            <a:chExt cx="4946" cy="3562"/>
          </a:xfrm>
        </p:grpSpPr>
        <p:sp>
          <p:nvSpPr>
            <p:cNvPr id="23565"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3566"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3567"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3568"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3569"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3570"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3571"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3572"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3573"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3574" name="AutoShape 12"/>
            <p:cNvCxnSpPr>
              <a:cxnSpLocks noChangeShapeType="1"/>
              <a:stCxn id="23567" idx="3"/>
              <a:endCxn id="23565"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75" name="AutoShape 13"/>
            <p:cNvCxnSpPr>
              <a:cxnSpLocks noChangeShapeType="1"/>
              <a:stCxn id="23565" idx="0"/>
              <a:endCxn id="23566"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76" name="AutoShape 14"/>
            <p:cNvCxnSpPr>
              <a:cxnSpLocks noChangeShapeType="1"/>
              <a:stCxn id="23566" idx="6"/>
              <a:endCxn id="23567"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77" name="AutoShape 15"/>
            <p:cNvCxnSpPr>
              <a:cxnSpLocks noChangeShapeType="1"/>
              <a:stCxn id="23566" idx="5"/>
              <a:endCxn id="23568"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78" name="AutoShape 16"/>
            <p:cNvCxnSpPr>
              <a:cxnSpLocks noChangeShapeType="1"/>
              <a:stCxn id="23567" idx="7"/>
              <a:endCxn id="23573"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79" name="AutoShape 17"/>
            <p:cNvCxnSpPr>
              <a:cxnSpLocks noChangeShapeType="1"/>
              <a:stCxn id="23573" idx="4"/>
              <a:endCxn id="23572"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0" name="AutoShape 18"/>
            <p:cNvCxnSpPr>
              <a:cxnSpLocks noChangeShapeType="1"/>
              <a:stCxn id="23567" idx="6"/>
              <a:endCxn id="23572"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1" name="AutoShape 19"/>
            <p:cNvCxnSpPr>
              <a:cxnSpLocks noChangeShapeType="1"/>
              <a:stCxn id="23572" idx="6"/>
              <a:endCxn id="23598"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2" name="AutoShape 20"/>
            <p:cNvCxnSpPr>
              <a:cxnSpLocks noChangeShapeType="1"/>
              <a:stCxn id="23568" idx="7"/>
              <a:endCxn id="23572"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3" name="AutoShape 21"/>
            <p:cNvCxnSpPr>
              <a:cxnSpLocks noChangeShapeType="1"/>
              <a:stCxn id="23572" idx="5"/>
              <a:endCxn id="23569"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4" name="AutoShape 22"/>
            <p:cNvCxnSpPr>
              <a:cxnSpLocks noChangeShapeType="1"/>
              <a:stCxn id="23598" idx="3"/>
              <a:endCxn id="23569"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5" name="AutoShape 23"/>
            <p:cNvCxnSpPr>
              <a:cxnSpLocks noChangeShapeType="1"/>
              <a:stCxn id="23569" idx="2"/>
              <a:endCxn id="23568"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6" name="AutoShape 24"/>
            <p:cNvCxnSpPr>
              <a:cxnSpLocks noChangeShapeType="1"/>
              <a:stCxn id="23568" idx="2"/>
              <a:endCxn id="23565"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7" name="AutoShape 25"/>
            <p:cNvCxnSpPr>
              <a:cxnSpLocks noChangeShapeType="1"/>
              <a:stCxn id="23568" idx="5"/>
              <a:endCxn id="23570"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8" name="AutoShape 26"/>
            <p:cNvCxnSpPr>
              <a:cxnSpLocks noChangeShapeType="1"/>
              <a:stCxn id="23569" idx="4"/>
              <a:endCxn id="23570"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89" name="AutoShape 27"/>
            <p:cNvCxnSpPr>
              <a:cxnSpLocks noChangeShapeType="1"/>
              <a:stCxn id="23571" idx="7"/>
              <a:endCxn id="23569"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90" name="AutoShape 28"/>
            <p:cNvCxnSpPr>
              <a:cxnSpLocks noChangeShapeType="1"/>
              <a:stCxn id="23565" idx="5"/>
              <a:endCxn id="23571"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91" name="AutoShape 29"/>
            <p:cNvCxnSpPr>
              <a:cxnSpLocks noChangeShapeType="1"/>
              <a:stCxn id="23568" idx="4"/>
              <a:endCxn id="23571"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92" name="AutoShape 30"/>
            <p:cNvCxnSpPr>
              <a:cxnSpLocks noChangeShapeType="1"/>
              <a:stCxn id="23571" idx="6"/>
              <a:endCxn id="23570"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3593" name="AutoShape 31"/>
            <p:cNvCxnSpPr>
              <a:cxnSpLocks noChangeShapeType="1"/>
              <a:stCxn id="23567" idx="4"/>
              <a:endCxn id="23568"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3594"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3595"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3596"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3597"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3598"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3555" name="Oval 37"/>
          <p:cNvSpPr>
            <a:spLocks noChangeArrowheads="1"/>
          </p:cNvSpPr>
          <p:nvPr/>
        </p:nvSpPr>
        <p:spPr bwMode="auto">
          <a:xfrm>
            <a:off x="666721" y="19098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3556" name="Line 38"/>
          <p:cNvSpPr>
            <a:spLocks noChangeShapeType="1"/>
          </p:cNvSpPr>
          <p:nvPr/>
        </p:nvSpPr>
        <p:spPr bwMode="auto">
          <a:xfrm flipH="1" flipV="1">
            <a:off x="865441" y="2137320"/>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3557" name="Line 39"/>
          <p:cNvSpPr>
            <a:spLocks noChangeShapeType="1"/>
          </p:cNvSpPr>
          <p:nvPr/>
        </p:nvSpPr>
        <p:spPr bwMode="auto">
          <a:xfrm flipH="1" flipV="1">
            <a:off x="950401" y="2174760"/>
            <a:ext cx="1523520" cy="18892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3558" name="Line 40"/>
          <p:cNvSpPr>
            <a:spLocks noChangeShapeType="1"/>
          </p:cNvSpPr>
          <p:nvPr/>
        </p:nvSpPr>
        <p:spPr bwMode="auto">
          <a:xfrm flipV="1">
            <a:off x="2492641" y="2145961"/>
            <a:ext cx="27360" cy="18518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3559" name="Line 41"/>
          <p:cNvSpPr>
            <a:spLocks noChangeShapeType="1"/>
          </p:cNvSpPr>
          <p:nvPr/>
        </p:nvSpPr>
        <p:spPr bwMode="auto">
          <a:xfrm flipV="1">
            <a:off x="961921" y="2156041"/>
            <a:ext cx="1470240" cy="18792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3560" name="Line 42"/>
          <p:cNvSpPr>
            <a:spLocks noChangeShapeType="1"/>
          </p:cNvSpPr>
          <p:nvPr/>
        </p:nvSpPr>
        <p:spPr bwMode="auto">
          <a:xfrm flipV="1">
            <a:off x="895681" y="2088360"/>
            <a:ext cx="157392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3561" name="Line 43"/>
          <p:cNvSpPr>
            <a:spLocks noChangeShapeType="1"/>
          </p:cNvSpPr>
          <p:nvPr/>
        </p:nvSpPr>
        <p:spPr bwMode="auto">
          <a:xfrm flipV="1">
            <a:off x="933121" y="4049641"/>
            <a:ext cx="1575360" cy="129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3562" name="Oval 44"/>
          <p:cNvSpPr>
            <a:spLocks noChangeArrowheads="1"/>
          </p:cNvSpPr>
          <p:nvPr/>
        </p:nvSpPr>
        <p:spPr bwMode="auto">
          <a:xfrm>
            <a:off x="2311201" y="189972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3563" name="Oval 45"/>
          <p:cNvSpPr>
            <a:spLocks noChangeArrowheads="1"/>
          </p:cNvSpPr>
          <p:nvPr/>
        </p:nvSpPr>
        <p:spPr bwMode="auto">
          <a:xfrm>
            <a:off x="2302561" y="385380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3564" name="Oval 46"/>
          <p:cNvSpPr>
            <a:spLocks noChangeArrowheads="1"/>
          </p:cNvSpPr>
          <p:nvPr/>
        </p:nvSpPr>
        <p:spPr bwMode="auto">
          <a:xfrm>
            <a:off x="722880" y="38638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126425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2"/>
          <p:cNvGrpSpPr>
            <a:grpSpLocks/>
          </p:cNvGrpSpPr>
          <p:nvPr/>
        </p:nvGrpSpPr>
        <p:grpSpPr bwMode="auto">
          <a:xfrm>
            <a:off x="676800" y="518761"/>
            <a:ext cx="7850880" cy="5654880"/>
            <a:chOff x="426" y="327"/>
            <a:chExt cx="4946" cy="3562"/>
          </a:xfrm>
        </p:grpSpPr>
        <p:sp>
          <p:nvSpPr>
            <p:cNvPr id="24580"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4581"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4582"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4583"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4584"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4585"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4586"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4587"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4588"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4589" name="AutoShape 12"/>
            <p:cNvCxnSpPr>
              <a:cxnSpLocks noChangeShapeType="1"/>
              <a:stCxn id="24582" idx="3"/>
              <a:endCxn id="24580"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0" name="AutoShape 13"/>
            <p:cNvCxnSpPr>
              <a:cxnSpLocks noChangeShapeType="1"/>
              <a:stCxn id="24580" idx="0"/>
              <a:endCxn id="24581"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1" name="AutoShape 14"/>
            <p:cNvCxnSpPr>
              <a:cxnSpLocks noChangeShapeType="1"/>
              <a:stCxn id="24581" idx="6"/>
              <a:endCxn id="24582"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2" name="AutoShape 15"/>
            <p:cNvCxnSpPr>
              <a:cxnSpLocks noChangeShapeType="1"/>
              <a:stCxn id="24581" idx="5"/>
              <a:endCxn id="24583"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3" name="AutoShape 16"/>
            <p:cNvCxnSpPr>
              <a:cxnSpLocks noChangeShapeType="1"/>
              <a:stCxn id="24582" idx="7"/>
              <a:endCxn id="24588"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4" name="AutoShape 17"/>
            <p:cNvCxnSpPr>
              <a:cxnSpLocks noChangeShapeType="1"/>
              <a:stCxn id="24588" idx="4"/>
              <a:endCxn id="24587"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5" name="AutoShape 18"/>
            <p:cNvCxnSpPr>
              <a:cxnSpLocks noChangeShapeType="1"/>
              <a:stCxn id="24582" idx="6"/>
              <a:endCxn id="24587"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6" name="AutoShape 19"/>
            <p:cNvCxnSpPr>
              <a:cxnSpLocks noChangeShapeType="1"/>
              <a:stCxn id="24587" idx="6"/>
              <a:endCxn id="24613"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7" name="AutoShape 20"/>
            <p:cNvCxnSpPr>
              <a:cxnSpLocks noChangeShapeType="1"/>
              <a:stCxn id="24583" idx="7"/>
              <a:endCxn id="24587"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8" name="AutoShape 21"/>
            <p:cNvCxnSpPr>
              <a:cxnSpLocks noChangeShapeType="1"/>
              <a:stCxn id="24587" idx="5"/>
              <a:endCxn id="24584"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599" name="AutoShape 22"/>
            <p:cNvCxnSpPr>
              <a:cxnSpLocks noChangeShapeType="1"/>
              <a:stCxn id="24613" idx="3"/>
              <a:endCxn id="24584"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600" name="AutoShape 23"/>
            <p:cNvCxnSpPr>
              <a:cxnSpLocks noChangeShapeType="1"/>
              <a:stCxn id="24584" idx="2"/>
              <a:endCxn id="24583"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601" name="AutoShape 24"/>
            <p:cNvCxnSpPr>
              <a:cxnSpLocks noChangeShapeType="1"/>
              <a:stCxn id="24583" idx="2"/>
              <a:endCxn id="24580"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602" name="AutoShape 25"/>
            <p:cNvCxnSpPr>
              <a:cxnSpLocks noChangeShapeType="1"/>
              <a:stCxn id="24583" idx="5"/>
              <a:endCxn id="24585"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603" name="AutoShape 26"/>
            <p:cNvCxnSpPr>
              <a:cxnSpLocks noChangeShapeType="1"/>
              <a:stCxn id="24584" idx="4"/>
              <a:endCxn id="24585"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604" name="AutoShape 27"/>
            <p:cNvCxnSpPr>
              <a:cxnSpLocks noChangeShapeType="1"/>
              <a:stCxn id="24586" idx="7"/>
              <a:endCxn id="24584"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605" name="AutoShape 28"/>
            <p:cNvCxnSpPr>
              <a:cxnSpLocks noChangeShapeType="1"/>
              <a:stCxn id="24580" idx="5"/>
              <a:endCxn id="24586"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606" name="AutoShape 29"/>
            <p:cNvCxnSpPr>
              <a:cxnSpLocks noChangeShapeType="1"/>
              <a:stCxn id="24583" idx="4"/>
              <a:endCxn id="24586"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607" name="AutoShape 30"/>
            <p:cNvCxnSpPr>
              <a:cxnSpLocks noChangeShapeType="1"/>
              <a:stCxn id="24586" idx="6"/>
              <a:endCxn id="24585"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4608" name="AutoShape 31"/>
            <p:cNvCxnSpPr>
              <a:cxnSpLocks noChangeShapeType="1"/>
              <a:stCxn id="24582" idx="4"/>
              <a:endCxn id="24583"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4609"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4610"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4611"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4612"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4613"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4579" name="Oval 37"/>
          <p:cNvSpPr>
            <a:spLocks noChangeArrowheads="1"/>
          </p:cNvSpPr>
          <p:nvPr/>
        </p:nvSpPr>
        <p:spPr bwMode="auto">
          <a:xfrm>
            <a:off x="8154721" y="2556361"/>
            <a:ext cx="381600" cy="38016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2612978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2"/>
          <p:cNvGrpSpPr>
            <a:grpSpLocks/>
          </p:cNvGrpSpPr>
          <p:nvPr/>
        </p:nvGrpSpPr>
        <p:grpSpPr bwMode="auto">
          <a:xfrm>
            <a:off x="676800" y="518761"/>
            <a:ext cx="7850880" cy="5654880"/>
            <a:chOff x="426" y="327"/>
            <a:chExt cx="4946" cy="3562"/>
          </a:xfrm>
        </p:grpSpPr>
        <p:sp>
          <p:nvSpPr>
            <p:cNvPr id="25613"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5614"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5615"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5616"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5617"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5618"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5619"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5620"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5621"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5622" name="AutoShape 12"/>
            <p:cNvCxnSpPr>
              <a:cxnSpLocks noChangeShapeType="1"/>
              <a:stCxn id="25615" idx="3"/>
              <a:endCxn id="25613"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23" name="AutoShape 13"/>
            <p:cNvCxnSpPr>
              <a:cxnSpLocks noChangeShapeType="1"/>
              <a:stCxn id="25613" idx="0"/>
              <a:endCxn id="25614"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24" name="AutoShape 14"/>
            <p:cNvCxnSpPr>
              <a:cxnSpLocks noChangeShapeType="1"/>
              <a:stCxn id="25614" idx="6"/>
              <a:endCxn id="25615"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25" name="AutoShape 15"/>
            <p:cNvCxnSpPr>
              <a:cxnSpLocks noChangeShapeType="1"/>
              <a:stCxn id="25614" idx="5"/>
              <a:endCxn id="25616"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26" name="AutoShape 16"/>
            <p:cNvCxnSpPr>
              <a:cxnSpLocks noChangeShapeType="1"/>
              <a:stCxn id="25615" idx="7"/>
              <a:endCxn id="25621"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27" name="AutoShape 17"/>
            <p:cNvCxnSpPr>
              <a:cxnSpLocks noChangeShapeType="1"/>
              <a:stCxn id="25621" idx="4"/>
              <a:endCxn id="25620"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28" name="AutoShape 18"/>
            <p:cNvCxnSpPr>
              <a:cxnSpLocks noChangeShapeType="1"/>
              <a:stCxn id="25615" idx="6"/>
              <a:endCxn id="25620"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29" name="AutoShape 19"/>
            <p:cNvCxnSpPr>
              <a:cxnSpLocks noChangeShapeType="1"/>
              <a:stCxn id="25620" idx="6"/>
              <a:endCxn id="25646"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0" name="AutoShape 20"/>
            <p:cNvCxnSpPr>
              <a:cxnSpLocks noChangeShapeType="1"/>
              <a:stCxn id="25616" idx="7"/>
              <a:endCxn id="25620"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1" name="AutoShape 21"/>
            <p:cNvCxnSpPr>
              <a:cxnSpLocks noChangeShapeType="1"/>
              <a:stCxn id="25620" idx="5"/>
              <a:endCxn id="25617"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2" name="AutoShape 22"/>
            <p:cNvCxnSpPr>
              <a:cxnSpLocks noChangeShapeType="1"/>
              <a:stCxn id="25646" idx="3"/>
              <a:endCxn id="25617"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3" name="AutoShape 23"/>
            <p:cNvCxnSpPr>
              <a:cxnSpLocks noChangeShapeType="1"/>
              <a:stCxn id="25617" idx="2"/>
              <a:endCxn id="25616"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4" name="AutoShape 24"/>
            <p:cNvCxnSpPr>
              <a:cxnSpLocks noChangeShapeType="1"/>
              <a:stCxn id="25616" idx="2"/>
              <a:endCxn id="25613"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5" name="AutoShape 25"/>
            <p:cNvCxnSpPr>
              <a:cxnSpLocks noChangeShapeType="1"/>
              <a:stCxn id="25616" idx="5"/>
              <a:endCxn id="25618"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6" name="AutoShape 26"/>
            <p:cNvCxnSpPr>
              <a:cxnSpLocks noChangeShapeType="1"/>
              <a:stCxn id="25617" idx="4"/>
              <a:endCxn id="25618"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7" name="AutoShape 27"/>
            <p:cNvCxnSpPr>
              <a:cxnSpLocks noChangeShapeType="1"/>
              <a:stCxn id="25619" idx="7"/>
              <a:endCxn id="25617"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8" name="AutoShape 28"/>
            <p:cNvCxnSpPr>
              <a:cxnSpLocks noChangeShapeType="1"/>
              <a:stCxn id="25613" idx="5"/>
              <a:endCxn id="25619"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39" name="AutoShape 29"/>
            <p:cNvCxnSpPr>
              <a:cxnSpLocks noChangeShapeType="1"/>
              <a:stCxn id="25616" idx="4"/>
              <a:endCxn id="25619"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40" name="AutoShape 30"/>
            <p:cNvCxnSpPr>
              <a:cxnSpLocks noChangeShapeType="1"/>
              <a:stCxn id="25619" idx="6"/>
              <a:endCxn id="25618"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5641" name="AutoShape 31"/>
            <p:cNvCxnSpPr>
              <a:cxnSpLocks noChangeShapeType="1"/>
              <a:stCxn id="25615" idx="4"/>
              <a:endCxn id="25616"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5642"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5643"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5644"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5645"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5646"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5603" name="Oval 37"/>
          <p:cNvSpPr>
            <a:spLocks noChangeArrowheads="1"/>
          </p:cNvSpPr>
          <p:nvPr/>
        </p:nvSpPr>
        <p:spPr bwMode="auto">
          <a:xfrm>
            <a:off x="8154721" y="2556361"/>
            <a:ext cx="38160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5604" name="Oval 38"/>
          <p:cNvSpPr>
            <a:spLocks noChangeArrowheads="1"/>
          </p:cNvSpPr>
          <p:nvPr/>
        </p:nvSpPr>
        <p:spPr bwMode="auto">
          <a:xfrm>
            <a:off x="6181921" y="383652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5605" name="Oval 39"/>
          <p:cNvSpPr>
            <a:spLocks noChangeArrowheads="1"/>
          </p:cNvSpPr>
          <p:nvPr/>
        </p:nvSpPr>
        <p:spPr bwMode="auto">
          <a:xfrm>
            <a:off x="4229281" y="25174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5606" name="Oval 40"/>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5607" name="Line 41"/>
          <p:cNvSpPr>
            <a:spLocks noChangeShapeType="1"/>
          </p:cNvSpPr>
          <p:nvPr/>
        </p:nvSpPr>
        <p:spPr bwMode="auto">
          <a:xfrm>
            <a:off x="4465441" y="2714761"/>
            <a:ext cx="3879360" cy="288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5608" name="Line 42"/>
          <p:cNvSpPr>
            <a:spLocks noChangeShapeType="1"/>
          </p:cNvSpPr>
          <p:nvPr/>
        </p:nvSpPr>
        <p:spPr bwMode="auto">
          <a:xfrm flipV="1">
            <a:off x="2511361" y="4032360"/>
            <a:ext cx="3900960" cy="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5609" name="Line 43"/>
          <p:cNvSpPr>
            <a:spLocks noChangeShapeType="1"/>
          </p:cNvSpPr>
          <p:nvPr/>
        </p:nvSpPr>
        <p:spPr bwMode="auto">
          <a:xfrm flipV="1">
            <a:off x="6353281" y="2798281"/>
            <a:ext cx="1994400" cy="11865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5610" name="Line 44"/>
          <p:cNvSpPr>
            <a:spLocks noChangeShapeType="1"/>
          </p:cNvSpPr>
          <p:nvPr/>
        </p:nvSpPr>
        <p:spPr bwMode="auto">
          <a:xfrm flipV="1">
            <a:off x="2445121" y="2770921"/>
            <a:ext cx="5882400" cy="12513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5611" name="Line 45"/>
          <p:cNvSpPr>
            <a:spLocks noChangeShapeType="1"/>
          </p:cNvSpPr>
          <p:nvPr/>
        </p:nvSpPr>
        <p:spPr bwMode="auto">
          <a:xfrm flipV="1">
            <a:off x="2417761" y="2770921"/>
            <a:ext cx="2003040" cy="12816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5612" name="Line 46"/>
          <p:cNvSpPr>
            <a:spLocks noChangeShapeType="1"/>
          </p:cNvSpPr>
          <p:nvPr/>
        </p:nvSpPr>
        <p:spPr bwMode="auto">
          <a:xfrm>
            <a:off x="4390561" y="2755081"/>
            <a:ext cx="1994400" cy="12456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Tree>
    <p:extLst>
      <p:ext uri="{BB962C8B-B14F-4D97-AF65-F5344CB8AC3E}">
        <p14:creationId xmlns:p14="http://schemas.microsoft.com/office/powerpoint/2010/main" val="14179819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2"/>
          <p:cNvGrpSpPr>
            <a:grpSpLocks/>
          </p:cNvGrpSpPr>
          <p:nvPr/>
        </p:nvGrpSpPr>
        <p:grpSpPr bwMode="auto">
          <a:xfrm>
            <a:off x="676800" y="518761"/>
            <a:ext cx="7850880" cy="5654880"/>
            <a:chOff x="426" y="327"/>
            <a:chExt cx="4946" cy="3562"/>
          </a:xfrm>
        </p:grpSpPr>
        <p:sp>
          <p:nvSpPr>
            <p:cNvPr id="26638"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6639"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6640"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6641"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6642"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6643"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6644"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6645"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6646"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6647" name="AutoShape 12"/>
            <p:cNvCxnSpPr>
              <a:cxnSpLocks noChangeShapeType="1"/>
              <a:stCxn id="26640" idx="3"/>
              <a:endCxn id="26638"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48" name="AutoShape 13"/>
            <p:cNvCxnSpPr>
              <a:cxnSpLocks noChangeShapeType="1"/>
              <a:stCxn id="26638" idx="0"/>
              <a:endCxn id="26639"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49" name="AutoShape 14"/>
            <p:cNvCxnSpPr>
              <a:cxnSpLocks noChangeShapeType="1"/>
              <a:stCxn id="26639" idx="6"/>
              <a:endCxn id="26640"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0" name="AutoShape 15"/>
            <p:cNvCxnSpPr>
              <a:cxnSpLocks noChangeShapeType="1"/>
              <a:stCxn id="26639" idx="5"/>
              <a:endCxn id="26641"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1" name="AutoShape 16"/>
            <p:cNvCxnSpPr>
              <a:cxnSpLocks noChangeShapeType="1"/>
              <a:stCxn id="26640" idx="7"/>
              <a:endCxn id="26646"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2" name="AutoShape 17"/>
            <p:cNvCxnSpPr>
              <a:cxnSpLocks noChangeShapeType="1"/>
              <a:stCxn id="26646" idx="4"/>
              <a:endCxn id="26645"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3" name="AutoShape 18"/>
            <p:cNvCxnSpPr>
              <a:cxnSpLocks noChangeShapeType="1"/>
              <a:stCxn id="26640" idx="6"/>
              <a:endCxn id="26645"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4" name="AutoShape 19"/>
            <p:cNvCxnSpPr>
              <a:cxnSpLocks noChangeShapeType="1"/>
              <a:stCxn id="26645" idx="6"/>
              <a:endCxn id="26671"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5" name="AutoShape 20"/>
            <p:cNvCxnSpPr>
              <a:cxnSpLocks noChangeShapeType="1"/>
              <a:stCxn id="26641" idx="7"/>
              <a:endCxn id="26645"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6" name="AutoShape 21"/>
            <p:cNvCxnSpPr>
              <a:cxnSpLocks noChangeShapeType="1"/>
              <a:stCxn id="26645" idx="5"/>
              <a:endCxn id="26642"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7" name="AutoShape 22"/>
            <p:cNvCxnSpPr>
              <a:cxnSpLocks noChangeShapeType="1"/>
              <a:stCxn id="26671" idx="3"/>
              <a:endCxn id="26642"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8" name="AutoShape 23"/>
            <p:cNvCxnSpPr>
              <a:cxnSpLocks noChangeShapeType="1"/>
              <a:stCxn id="26642" idx="2"/>
              <a:endCxn id="26641"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59" name="AutoShape 24"/>
            <p:cNvCxnSpPr>
              <a:cxnSpLocks noChangeShapeType="1"/>
              <a:stCxn id="26641" idx="2"/>
              <a:endCxn id="26638"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60" name="AutoShape 25"/>
            <p:cNvCxnSpPr>
              <a:cxnSpLocks noChangeShapeType="1"/>
              <a:stCxn id="26641" idx="5"/>
              <a:endCxn id="26643"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61" name="AutoShape 26"/>
            <p:cNvCxnSpPr>
              <a:cxnSpLocks noChangeShapeType="1"/>
              <a:stCxn id="26642" idx="4"/>
              <a:endCxn id="26643"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62" name="AutoShape 27"/>
            <p:cNvCxnSpPr>
              <a:cxnSpLocks noChangeShapeType="1"/>
              <a:stCxn id="26644" idx="7"/>
              <a:endCxn id="26642"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63" name="AutoShape 28"/>
            <p:cNvCxnSpPr>
              <a:cxnSpLocks noChangeShapeType="1"/>
              <a:stCxn id="26638" idx="5"/>
              <a:endCxn id="26644"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64" name="AutoShape 29"/>
            <p:cNvCxnSpPr>
              <a:cxnSpLocks noChangeShapeType="1"/>
              <a:stCxn id="26641" idx="4"/>
              <a:endCxn id="26644"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65" name="AutoShape 30"/>
            <p:cNvCxnSpPr>
              <a:cxnSpLocks noChangeShapeType="1"/>
              <a:stCxn id="26644" idx="6"/>
              <a:endCxn id="26643"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6666" name="AutoShape 31"/>
            <p:cNvCxnSpPr>
              <a:cxnSpLocks noChangeShapeType="1"/>
              <a:stCxn id="26640" idx="4"/>
              <a:endCxn id="26641"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6667"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6668"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6669"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6670"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6671"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6627"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6628" name="Line 38"/>
          <p:cNvSpPr>
            <a:spLocks noChangeShapeType="1"/>
          </p:cNvSpPr>
          <p:nvPr/>
        </p:nvSpPr>
        <p:spPr bwMode="auto">
          <a:xfrm flipV="1">
            <a:off x="2511361" y="4032360"/>
            <a:ext cx="3900960" cy="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6629" name="Line 39"/>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6630" name="Line 40"/>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6631" name="Line 41"/>
          <p:cNvSpPr>
            <a:spLocks noChangeShapeType="1"/>
          </p:cNvSpPr>
          <p:nvPr/>
        </p:nvSpPr>
        <p:spPr bwMode="auto">
          <a:xfrm flipV="1">
            <a:off x="2417761" y="2770921"/>
            <a:ext cx="2003040" cy="12816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6632" name="Line 42"/>
          <p:cNvSpPr>
            <a:spLocks noChangeShapeType="1"/>
          </p:cNvSpPr>
          <p:nvPr/>
        </p:nvSpPr>
        <p:spPr bwMode="auto">
          <a:xfrm>
            <a:off x="4390561" y="2755081"/>
            <a:ext cx="1994400" cy="12456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6633" name="Oval 43"/>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6634" name="Oval 44"/>
          <p:cNvSpPr>
            <a:spLocks noChangeArrowheads="1"/>
          </p:cNvSpPr>
          <p:nvPr/>
        </p:nvSpPr>
        <p:spPr bwMode="auto">
          <a:xfrm>
            <a:off x="4229281" y="25174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6635" name="Oval 45"/>
          <p:cNvSpPr>
            <a:spLocks noChangeArrowheads="1"/>
          </p:cNvSpPr>
          <p:nvPr/>
        </p:nvSpPr>
        <p:spPr bwMode="auto">
          <a:xfrm>
            <a:off x="6181921" y="383652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6636" name="Oval 46"/>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6637" name="Oval 47"/>
          <p:cNvSpPr>
            <a:spLocks noChangeArrowheads="1"/>
          </p:cNvSpPr>
          <p:nvPr/>
        </p:nvSpPr>
        <p:spPr bwMode="auto">
          <a:xfrm>
            <a:off x="3447361" y="5781961"/>
            <a:ext cx="381600" cy="38016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26518276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a:grpSpLocks/>
          </p:cNvGrpSpPr>
          <p:nvPr/>
        </p:nvGrpSpPr>
        <p:grpSpPr bwMode="auto">
          <a:xfrm>
            <a:off x="676800" y="518761"/>
            <a:ext cx="7850880" cy="5654880"/>
            <a:chOff x="426" y="327"/>
            <a:chExt cx="4946" cy="3562"/>
          </a:xfrm>
        </p:grpSpPr>
        <p:sp>
          <p:nvSpPr>
            <p:cNvPr id="27665"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7666"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7667"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7668"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7669"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7670"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7671"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7672"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7673"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7674" name="AutoShape 12"/>
            <p:cNvCxnSpPr>
              <a:cxnSpLocks noChangeShapeType="1"/>
              <a:stCxn id="27667" idx="3"/>
              <a:endCxn id="27665"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75" name="AutoShape 13"/>
            <p:cNvCxnSpPr>
              <a:cxnSpLocks noChangeShapeType="1"/>
              <a:stCxn id="27665" idx="0"/>
              <a:endCxn id="27666"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76" name="AutoShape 14"/>
            <p:cNvCxnSpPr>
              <a:cxnSpLocks noChangeShapeType="1"/>
              <a:stCxn id="27666" idx="6"/>
              <a:endCxn id="27667"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77" name="AutoShape 15"/>
            <p:cNvCxnSpPr>
              <a:cxnSpLocks noChangeShapeType="1"/>
              <a:stCxn id="27666" idx="5"/>
              <a:endCxn id="27668"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78" name="AutoShape 16"/>
            <p:cNvCxnSpPr>
              <a:cxnSpLocks noChangeShapeType="1"/>
              <a:stCxn id="27667" idx="7"/>
              <a:endCxn id="27673"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79" name="AutoShape 17"/>
            <p:cNvCxnSpPr>
              <a:cxnSpLocks noChangeShapeType="1"/>
              <a:stCxn id="27673" idx="4"/>
              <a:endCxn id="27672"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0" name="AutoShape 18"/>
            <p:cNvCxnSpPr>
              <a:cxnSpLocks noChangeShapeType="1"/>
              <a:stCxn id="27667" idx="6"/>
              <a:endCxn id="27672"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1" name="AutoShape 19"/>
            <p:cNvCxnSpPr>
              <a:cxnSpLocks noChangeShapeType="1"/>
              <a:stCxn id="27672" idx="6"/>
              <a:endCxn id="27698"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2" name="AutoShape 20"/>
            <p:cNvCxnSpPr>
              <a:cxnSpLocks noChangeShapeType="1"/>
              <a:stCxn id="27668" idx="7"/>
              <a:endCxn id="27672"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3" name="AutoShape 21"/>
            <p:cNvCxnSpPr>
              <a:cxnSpLocks noChangeShapeType="1"/>
              <a:stCxn id="27672" idx="5"/>
              <a:endCxn id="27669"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4" name="AutoShape 22"/>
            <p:cNvCxnSpPr>
              <a:cxnSpLocks noChangeShapeType="1"/>
              <a:stCxn id="27698" idx="3"/>
              <a:endCxn id="27669"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5" name="AutoShape 23"/>
            <p:cNvCxnSpPr>
              <a:cxnSpLocks noChangeShapeType="1"/>
              <a:stCxn id="27669" idx="2"/>
              <a:endCxn id="27668"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6" name="AutoShape 24"/>
            <p:cNvCxnSpPr>
              <a:cxnSpLocks noChangeShapeType="1"/>
              <a:stCxn id="27668" idx="2"/>
              <a:endCxn id="27665"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7" name="AutoShape 25"/>
            <p:cNvCxnSpPr>
              <a:cxnSpLocks noChangeShapeType="1"/>
              <a:stCxn id="27668" idx="5"/>
              <a:endCxn id="27670"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8" name="AutoShape 26"/>
            <p:cNvCxnSpPr>
              <a:cxnSpLocks noChangeShapeType="1"/>
              <a:stCxn id="27669" idx="4"/>
              <a:endCxn id="27670"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89" name="AutoShape 27"/>
            <p:cNvCxnSpPr>
              <a:cxnSpLocks noChangeShapeType="1"/>
              <a:stCxn id="27671" idx="7"/>
              <a:endCxn id="27669"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90" name="AutoShape 28"/>
            <p:cNvCxnSpPr>
              <a:cxnSpLocks noChangeShapeType="1"/>
              <a:stCxn id="27665" idx="5"/>
              <a:endCxn id="27671"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91" name="AutoShape 29"/>
            <p:cNvCxnSpPr>
              <a:cxnSpLocks noChangeShapeType="1"/>
              <a:stCxn id="27668" idx="4"/>
              <a:endCxn id="27671"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92" name="AutoShape 30"/>
            <p:cNvCxnSpPr>
              <a:cxnSpLocks noChangeShapeType="1"/>
              <a:stCxn id="27671" idx="6"/>
              <a:endCxn id="27670"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7693" name="AutoShape 31"/>
            <p:cNvCxnSpPr>
              <a:cxnSpLocks noChangeShapeType="1"/>
              <a:stCxn id="27667" idx="4"/>
              <a:endCxn id="27668"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7694"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7695"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7696"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7697"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7698"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7651"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7652" name="Line 38"/>
          <p:cNvSpPr>
            <a:spLocks noChangeShapeType="1"/>
          </p:cNvSpPr>
          <p:nvPr/>
        </p:nvSpPr>
        <p:spPr bwMode="auto">
          <a:xfrm flipV="1">
            <a:off x="2511361" y="4032360"/>
            <a:ext cx="3900960" cy="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7653" name="Line 39"/>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7654" name="Line 40"/>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7655" name="Line 41"/>
          <p:cNvSpPr>
            <a:spLocks noChangeShapeType="1"/>
          </p:cNvSpPr>
          <p:nvPr/>
        </p:nvSpPr>
        <p:spPr bwMode="auto">
          <a:xfrm flipV="1">
            <a:off x="2417761" y="2770921"/>
            <a:ext cx="2003040" cy="12816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7656" name="Line 42"/>
          <p:cNvSpPr>
            <a:spLocks noChangeShapeType="1"/>
          </p:cNvSpPr>
          <p:nvPr/>
        </p:nvSpPr>
        <p:spPr bwMode="auto">
          <a:xfrm>
            <a:off x="4390561" y="2755081"/>
            <a:ext cx="1994400" cy="12456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7657" name="Oval 43"/>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7658" name="Oval 44"/>
          <p:cNvSpPr>
            <a:spLocks noChangeArrowheads="1"/>
          </p:cNvSpPr>
          <p:nvPr/>
        </p:nvSpPr>
        <p:spPr bwMode="auto">
          <a:xfrm>
            <a:off x="4229281" y="251748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7659" name="Oval 45"/>
          <p:cNvSpPr>
            <a:spLocks noChangeArrowheads="1"/>
          </p:cNvSpPr>
          <p:nvPr/>
        </p:nvSpPr>
        <p:spPr bwMode="auto">
          <a:xfrm>
            <a:off x="6181921" y="383652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7660" name="Oval 46"/>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7661" name="Oval 47"/>
          <p:cNvSpPr>
            <a:spLocks noChangeArrowheads="1"/>
          </p:cNvSpPr>
          <p:nvPr/>
        </p:nvSpPr>
        <p:spPr bwMode="auto">
          <a:xfrm>
            <a:off x="3447361" y="5781961"/>
            <a:ext cx="38160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7662" name="Line 48"/>
          <p:cNvSpPr>
            <a:spLocks noChangeShapeType="1"/>
          </p:cNvSpPr>
          <p:nvPr/>
        </p:nvSpPr>
        <p:spPr bwMode="auto">
          <a:xfrm flipV="1">
            <a:off x="3638881" y="4117321"/>
            <a:ext cx="2687040" cy="18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7663" name="Line 49"/>
          <p:cNvSpPr>
            <a:spLocks noChangeShapeType="1"/>
          </p:cNvSpPr>
          <p:nvPr/>
        </p:nvSpPr>
        <p:spPr bwMode="auto">
          <a:xfrm flipH="1" flipV="1">
            <a:off x="2446561" y="4147561"/>
            <a:ext cx="1085760" cy="1715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7664" name="Line 50"/>
          <p:cNvSpPr>
            <a:spLocks noChangeShapeType="1"/>
          </p:cNvSpPr>
          <p:nvPr/>
        </p:nvSpPr>
        <p:spPr bwMode="auto">
          <a:xfrm flipV="1">
            <a:off x="3628801" y="2743561"/>
            <a:ext cx="761760" cy="31867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Tree>
    <p:extLst>
      <p:ext uri="{BB962C8B-B14F-4D97-AF65-F5344CB8AC3E}">
        <p14:creationId xmlns:p14="http://schemas.microsoft.com/office/powerpoint/2010/main" val="11777963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2"/>
          <p:cNvGrpSpPr>
            <a:grpSpLocks/>
          </p:cNvGrpSpPr>
          <p:nvPr/>
        </p:nvGrpSpPr>
        <p:grpSpPr bwMode="auto">
          <a:xfrm>
            <a:off x="676800" y="518761"/>
            <a:ext cx="7850880" cy="5654880"/>
            <a:chOff x="426" y="327"/>
            <a:chExt cx="4946" cy="3562"/>
          </a:xfrm>
        </p:grpSpPr>
        <p:sp>
          <p:nvSpPr>
            <p:cNvPr id="28690"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8691"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8692"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8693"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8694"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8695"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8696"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8697"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8698"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8699" name="AutoShape 12"/>
            <p:cNvCxnSpPr>
              <a:cxnSpLocks noChangeShapeType="1"/>
              <a:stCxn id="28692" idx="3"/>
              <a:endCxn id="28690"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0" name="AutoShape 13"/>
            <p:cNvCxnSpPr>
              <a:cxnSpLocks noChangeShapeType="1"/>
              <a:stCxn id="28690" idx="0"/>
              <a:endCxn id="28691"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1" name="AutoShape 14"/>
            <p:cNvCxnSpPr>
              <a:cxnSpLocks noChangeShapeType="1"/>
              <a:stCxn id="28691" idx="6"/>
              <a:endCxn id="28692"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2" name="AutoShape 15"/>
            <p:cNvCxnSpPr>
              <a:cxnSpLocks noChangeShapeType="1"/>
              <a:stCxn id="28691" idx="5"/>
              <a:endCxn id="28693"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3" name="AutoShape 16"/>
            <p:cNvCxnSpPr>
              <a:cxnSpLocks noChangeShapeType="1"/>
              <a:stCxn id="28692" idx="7"/>
              <a:endCxn id="28698"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4" name="AutoShape 17"/>
            <p:cNvCxnSpPr>
              <a:cxnSpLocks noChangeShapeType="1"/>
              <a:stCxn id="28698" idx="4"/>
              <a:endCxn id="28697"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5" name="AutoShape 18"/>
            <p:cNvCxnSpPr>
              <a:cxnSpLocks noChangeShapeType="1"/>
              <a:stCxn id="28692" idx="6"/>
              <a:endCxn id="28697"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6" name="AutoShape 19"/>
            <p:cNvCxnSpPr>
              <a:cxnSpLocks noChangeShapeType="1"/>
              <a:stCxn id="28697" idx="6"/>
              <a:endCxn id="28723"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7" name="AutoShape 20"/>
            <p:cNvCxnSpPr>
              <a:cxnSpLocks noChangeShapeType="1"/>
              <a:stCxn id="28693" idx="7"/>
              <a:endCxn id="28697"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8" name="AutoShape 21"/>
            <p:cNvCxnSpPr>
              <a:cxnSpLocks noChangeShapeType="1"/>
              <a:stCxn id="28697" idx="5"/>
              <a:endCxn id="28694"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09" name="AutoShape 22"/>
            <p:cNvCxnSpPr>
              <a:cxnSpLocks noChangeShapeType="1"/>
              <a:stCxn id="28723" idx="3"/>
              <a:endCxn id="28694"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10" name="AutoShape 23"/>
            <p:cNvCxnSpPr>
              <a:cxnSpLocks noChangeShapeType="1"/>
              <a:stCxn id="28694" idx="2"/>
              <a:endCxn id="28693"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11" name="AutoShape 24"/>
            <p:cNvCxnSpPr>
              <a:cxnSpLocks noChangeShapeType="1"/>
              <a:stCxn id="28693" idx="2"/>
              <a:endCxn id="28690"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12" name="AutoShape 25"/>
            <p:cNvCxnSpPr>
              <a:cxnSpLocks noChangeShapeType="1"/>
              <a:stCxn id="28693" idx="5"/>
              <a:endCxn id="28695"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13" name="AutoShape 26"/>
            <p:cNvCxnSpPr>
              <a:cxnSpLocks noChangeShapeType="1"/>
              <a:stCxn id="28694" idx="4"/>
              <a:endCxn id="28695"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14" name="AutoShape 27"/>
            <p:cNvCxnSpPr>
              <a:cxnSpLocks noChangeShapeType="1"/>
              <a:stCxn id="28696" idx="7"/>
              <a:endCxn id="28694"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15" name="AutoShape 28"/>
            <p:cNvCxnSpPr>
              <a:cxnSpLocks noChangeShapeType="1"/>
              <a:stCxn id="28690" idx="5"/>
              <a:endCxn id="28696"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16" name="AutoShape 29"/>
            <p:cNvCxnSpPr>
              <a:cxnSpLocks noChangeShapeType="1"/>
              <a:stCxn id="28693" idx="4"/>
              <a:endCxn id="28696"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17" name="AutoShape 30"/>
            <p:cNvCxnSpPr>
              <a:cxnSpLocks noChangeShapeType="1"/>
              <a:stCxn id="28696" idx="6"/>
              <a:endCxn id="28695"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8718" name="AutoShape 31"/>
            <p:cNvCxnSpPr>
              <a:cxnSpLocks noChangeShapeType="1"/>
              <a:stCxn id="28692" idx="4"/>
              <a:endCxn id="28693"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8719"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8720"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8721"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8722"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8723"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8675"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8676"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8677"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8678"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8679"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8680"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8681" name="Oval 43"/>
          <p:cNvSpPr>
            <a:spLocks noChangeArrowheads="1"/>
          </p:cNvSpPr>
          <p:nvPr/>
        </p:nvSpPr>
        <p:spPr bwMode="auto">
          <a:xfrm>
            <a:off x="6181921" y="383652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8682" name="Oval 44"/>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8683" name="Line 45"/>
          <p:cNvSpPr>
            <a:spLocks noChangeShapeType="1"/>
          </p:cNvSpPr>
          <p:nvPr/>
        </p:nvSpPr>
        <p:spPr bwMode="auto">
          <a:xfrm flipV="1">
            <a:off x="3638881" y="4117321"/>
            <a:ext cx="2687040" cy="18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8684" name="Line 46"/>
          <p:cNvSpPr>
            <a:spLocks noChangeShapeType="1"/>
          </p:cNvSpPr>
          <p:nvPr/>
        </p:nvSpPr>
        <p:spPr bwMode="auto">
          <a:xfrm flipH="1" flipV="1">
            <a:off x="2446561" y="4147561"/>
            <a:ext cx="1085760" cy="1715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8685" name="Line 47"/>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8686" name="Oval 48"/>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8687" name="Oval 49"/>
          <p:cNvSpPr>
            <a:spLocks noChangeArrowheads="1"/>
          </p:cNvSpPr>
          <p:nvPr/>
        </p:nvSpPr>
        <p:spPr bwMode="auto">
          <a:xfrm>
            <a:off x="3447361" y="5781961"/>
            <a:ext cx="38160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8688" name="Line 50"/>
          <p:cNvSpPr>
            <a:spLocks noChangeShapeType="1"/>
          </p:cNvSpPr>
          <p:nvPr/>
        </p:nvSpPr>
        <p:spPr bwMode="auto">
          <a:xfrm flipV="1">
            <a:off x="2511361" y="4032360"/>
            <a:ext cx="3900960" cy="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8689" name="Oval 51"/>
          <p:cNvSpPr>
            <a:spLocks noChangeArrowheads="1"/>
          </p:cNvSpPr>
          <p:nvPr/>
        </p:nvSpPr>
        <p:spPr bwMode="auto">
          <a:xfrm>
            <a:off x="5008321" y="5790601"/>
            <a:ext cx="381600" cy="38160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18940267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p:cNvGrpSpPr>
            <a:grpSpLocks/>
          </p:cNvGrpSpPr>
          <p:nvPr/>
        </p:nvGrpSpPr>
        <p:grpSpPr bwMode="auto">
          <a:xfrm>
            <a:off x="676800" y="518761"/>
            <a:ext cx="7850880" cy="5654880"/>
            <a:chOff x="426" y="327"/>
            <a:chExt cx="4946" cy="3562"/>
          </a:xfrm>
        </p:grpSpPr>
        <p:sp>
          <p:nvSpPr>
            <p:cNvPr id="29718"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9719"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9720"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9721"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9722"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9723"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9724"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9725"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29726"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29727" name="AutoShape 12"/>
            <p:cNvCxnSpPr>
              <a:cxnSpLocks noChangeShapeType="1"/>
              <a:stCxn id="29720" idx="3"/>
              <a:endCxn id="29718"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28" name="AutoShape 13"/>
            <p:cNvCxnSpPr>
              <a:cxnSpLocks noChangeShapeType="1"/>
              <a:stCxn id="29718" idx="0"/>
              <a:endCxn id="29719"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29" name="AutoShape 14"/>
            <p:cNvCxnSpPr>
              <a:cxnSpLocks noChangeShapeType="1"/>
              <a:stCxn id="29719" idx="6"/>
              <a:endCxn id="29720"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0" name="AutoShape 15"/>
            <p:cNvCxnSpPr>
              <a:cxnSpLocks noChangeShapeType="1"/>
              <a:stCxn id="29719" idx="5"/>
              <a:endCxn id="29721"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1" name="AutoShape 16"/>
            <p:cNvCxnSpPr>
              <a:cxnSpLocks noChangeShapeType="1"/>
              <a:stCxn id="29720" idx="7"/>
              <a:endCxn id="29726"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2" name="AutoShape 17"/>
            <p:cNvCxnSpPr>
              <a:cxnSpLocks noChangeShapeType="1"/>
              <a:stCxn id="29726" idx="4"/>
              <a:endCxn id="29725"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3" name="AutoShape 18"/>
            <p:cNvCxnSpPr>
              <a:cxnSpLocks noChangeShapeType="1"/>
              <a:stCxn id="29720" idx="6"/>
              <a:endCxn id="29725"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4" name="AutoShape 19"/>
            <p:cNvCxnSpPr>
              <a:cxnSpLocks noChangeShapeType="1"/>
              <a:stCxn id="29725" idx="6"/>
              <a:endCxn id="29751"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5" name="AutoShape 20"/>
            <p:cNvCxnSpPr>
              <a:cxnSpLocks noChangeShapeType="1"/>
              <a:stCxn id="29721" idx="7"/>
              <a:endCxn id="29725"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6" name="AutoShape 21"/>
            <p:cNvCxnSpPr>
              <a:cxnSpLocks noChangeShapeType="1"/>
              <a:stCxn id="29725" idx="5"/>
              <a:endCxn id="29722"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7" name="AutoShape 22"/>
            <p:cNvCxnSpPr>
              <a:cxnSpLocks noChangeShapeType="1"/>
              <a:stCxn id="29751" idx="3"/>
              <a:endCxn id="29722"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8" name="AutoShape 23"/>
            <p:cNvCxnSpPr>
              <a:cxnSpLocks noChangeShapeType="1"/>
              <a:stCxn id="29722" idx="2"/>
              <a:endCxn id="29721"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39" name="AutoShape 24"/>
            <p:cNvCxnSpPr>
              <a:cxnSpLocks noChangeShapeType="1"/>
              <a:stCxn id="29721" idx="2"/>
              <a:endCxn id="29718"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40" name="AutoShape 25"/>
            <p:cNvCxnSpPr>
              <a:cxnSpLocks noChangeShapeType="1"/>
              <a:stCxn id="29721" idx="5"/>
              <a:endCxn id="29723"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41" name="AutoShape 26"/>
            <p:cNvCxnSpPr>
              <a:cxnSpLocks noChangeShapeType="1"/>
              <a:stCxn id="29722" idx="4"/>
              <a:endCxn id="29723"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42" name="AutoShape 27"/>
            <p:cNvCxnSpPr>
              <a:cxnSpLocks noChangeShapeType="1"/>
              <a:stCxn id="29724" idx="7"/>
              <a:endCxn id="29722"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43" name="AutoShape 28"/>
            <p:cNvCxnSpPr>
              <a:cxnSpLocks noChangeShapeType="1"/>
              <a:stCxn id="29718" idx="5"/>
              <a:endCxn id="29724"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44" name="AutoShape 29"/>
            <p:cNvCxnSpPr>
              <a:cxnSpLocks noChangeShapeType="1"/>
              <a:stCxn id="29721" idx="4"/>
              <a:endCxn id="29724"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45" name="AutoShape 30"/>
            <p:cNvCxnSpPr>
              <a:cxnSpLocks noChangeShapeType="1"/>
              <a:stCxn id="29724" idx="6"/>
              <a:endCxn id="29723"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29746" name="AutoShape 31"/>
            <p:cNvCxnSpPr>
              <a:cxnSpLocks noChangeShapeType="1"/>
              <a:stCxn id="29720" idx="4"/>
              <a:endCxn id="29721"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29747"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9748"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9749"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9750"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29751"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29699"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00"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01"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02"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03"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04"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9705" name="Oval 43"/>
          <p:cNvSpPr>
            <a:spLocks noChangeArrowheads="1"/>
          </p:cNvSpPr>
          <p:nvPr/>
        </p:nvSpPr>
        <p:spPr bwMode="auto">
          <a:xfrm>
            <a:off x="6181921" y="383652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9706" name="Oval 44"/>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9707" name="Line 45"/>
          <p:cNvSpPr>
            <a:spLocks noChangeShapeType="1"/>
          </p:cNvSpPr>
          <p:nvPr/>
        </p:nvSpPr>
        <p:spPr bwMode="auto">
          <a:xfrm flipH="1" flipV="1">
            <a:off x="2446561" y="4147561"/>
            <a:ext cx="1085760" cy="1715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08" name="Line 46"/>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09" name="Oval 47"/>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29710" name="Oval 48"/>
          <p:cNvSpPr>
            <a:spLocks noChangeArrowheads="1"/>
          </p:cNvSpPr>
          <p:nvPr/>
        </p:nvSpPr>
        <p:spPr bwMode="auto">
          <a:xfrm>
            <a:off x="3447361" y="5781961"/>
            <a:ext cx="38160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9711" name="Line 49"/>
          <p:cNvSpPr>
            <a:spLocks noChangeShapeType="1"/>
          </p:cNvSpPr>
          <p:nvPr/>
        </p:nvSpPr>
        <p:spPr bwMode="auto">
          <a:xfrm flipV="1">
            <a:off x="5244481" y="4108681"/>
            <a:ext cx="1216800" cy="186768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12" name="Line 50"/>
          <p:cNvSpPr>
            <a:spLocks noChangeShapeType="1"/>
          </p:cNvSpPr>
          <p:nvPr/>
        </p:nvSpPr>
        <p:spPr bwMode="auto">
          <a:xfrm flipH="1" flipV="1">
            <a:off x="3669120" y="5974921"/>
            <a:ext cx="1497600" cy="14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13" name="Line 51"/>
          <p:cNvSpPr>
            <a:spLocks noChangeShapeType="1"/>
          </p:cNvSpPr>
          <p:nvPr/>
        </p:nvSpPr>
        <p:spPr bwMode="auto">
          <a:xfrm flipH="1" flipV="1">
            <a:off x="2532961" y="4117321"/>
            <a:ext cx="2636640" cy="18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14" name="Line 52"/>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15" name="Oval 53"/>
          <p:cNvSpPr>
            <a:spLocks noChangeArrowheads="1"/>
          </p:cNvSpPr>
          <p:nvPr/>
        </p:nvSpPr>
        <p:spPr bwMode="auto">
          <a:xfrm>
            <a:off x="5008321" y="579060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29716" name="Line 54"/>
          <p:cNvSpPr>
            <a:spLocks noChangeShapeType="1"/>
          </p:cNvSpPr>
          <p:nvPr/>
        </p:nvSpPr>
        <p:spPr bwMode="auto">
          <a:xfrm flipV="1">
            <a:off x="2511361" y="4032360"/>
            <a:ext cx="3900960" cy="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29717" name="Line 55"/>
          <p:cNvSpPr>
            <a:spLocks noChangeShapeType="1"/>
          </p:cNvSpPr>
          <p:nvPr/>
        </p:nvSpPr>
        <p:spPr bwMode="auto">
          <a:xfrm flipV="1">
            <a:off x="3638881" y="4117321"/>
            <a:ext cx="2687040" cy="18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Tree>
    <p:extLst>
      <p:ext uri="{BB962C8B-B14F-4D97-AF65-F5344CB8AC3E}">
        <p14:creationId xmlns:p14="http://schemas.microsoft.com/office/powerpoint/2010/main" val="1703691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2"/>
          <p:cNvGrpSpPr>
            <a:grpSpLocks/>
          </p:cNvGrpSpPr>
          <p:nvPr/>
        </p:nvGrpSpPr>
        <p:grpSpPr bwMode="auto">
          <a:xfrm>
            <a:off x="676800" y="518761"/>
            <a:ext cx="7850880" cy="5654880"/>
            <a:chOff x="426" y="327"/>
            <a:chExt cx="4946" cy="3562"/>
          </a:xfrm>
        </p:grpSpPr>
        <p:sp>
          <p:nvSpPr>
            <p:cNvPr id="30743"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0744"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0745"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0746"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0747"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0748"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0749"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0750"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0751"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30752" name="AutoShape 12"/>
            <p:cNvCxnSpPr>
              <a:cxnSpLocks noChangeShapeType="1"/>
              <a:stCxn id="30745" idx="3"/>
              <a:endCxn id="30743"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53" name="AutoShape 13"/>
            <p:cNvCxnSpPr>
              <a:cxnSpLocks noChangeShapeType="1"/>
              <a:stCxn id="30743" idx="0"/>
              <a:endCxn id="30744"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54" name="AutoShape 14"/>
            <p:cNvCxnSpPr>
              <a:cxnSpLocks noChangeShapeType="1"/>
              <a:stCxn id="30744" idx="6"/>
              <a:endCxn id="30745"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55" name="AutoShape 15"/>
            <p:cNvCxnSpPr>
              <a:cxnSpLocks noChangeShapeType="1"/>
              <a:stCxn id="30744" idx="5"/>
              <a:endCxn id="30746"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56" name="AutoShape 16"/>
            <p:cNvCxnSpPr>
              <a:cxnSpLocks noChangeShapeType="1"/>
              <a:stCxn id="30745" idx="7"/>
              <a:endCxn id="30751"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57" name="AutoShape 17"/>
            <p:cNvCxnSpPr>
              <a:cxnSpLocks noChangeShapeType="1"/>
              <a:stCxn id="30751" idx="4"/>
              <a:endCxn id="30750"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58" name="AutoShape 18"/>
            <p:cNvCxnSpPr>
              <a:cxnSpLocks noChangeShapeType="1"/>
              <a:stCxn id="30745" idx="6"/>
              <a:endCxn id="30750"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59" name="AutoShape 19"/>
            <p:cNvCxnSpPr>
              <a:cxnSpLocks noChangeShapeType="1"/>
              <a:stCxn id="30750" idx="6"/>
              <a:endCxn id="30776"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0" name="AutoShape 20"/>
            <p:cNvCxnSpPr>
              <a:cxnSpLocks noChangeShapeType="1"/>
              <a:stCxn id="30746" idx="7"/>
              <a:endCxn id="30750"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1" name="AutoShape 21"/>
            <p:cNvCxnSpPr>
              <a:cxnSpLocks noChangeShapeType="1"/>
              <a:stCxn id="30750" idx="5"/>
              <a:endCxn id="30747"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2" name="AutoShape 22"/>
            <p:cNvCxnSpPr>
              <a:cxnSpLocks noChangeShapeType="1"/>
              <a:stCxn id="30776" idx="3"/>
              <a:endCxn id="30747"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3" name="AutoShape 23"/>
            <p:cNvCxnSpPr>
              <a:cxnSpLocks noChangeShapeType="1"/>
              <a:stCxn id="30747" idx="2"/>
              <a:endCxn id="30746"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4" name="AutoShape 24"/>
            <p:cNvCxnSpPr>
              <a:cxnSpLocks noChangeShapeType="1"/>
              <a:stCxn id="30746" idx="2"/>
              <a:endCxn id="30743"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5" name="AutoShape 25"/>
            <p:cNvCxnSpPr>
              <a:cxnSpLocks noChangeShapeType="1"/>
              <a:stCxn id="30746" idx="5"/>
              <a:endCxn id="30748"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6" name="AutoShape 26"/>
            <p:cNvCxnSpPr>
              <a:cxnSpLocks noChangeShapeType="1"/>
              <a:stCxn id="30747" idx="4"/>
              <a:endCxn id="30748"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7" name="AutoShape 27"/>
            <p:cNvCxnSpPr>
              <a:cxnSpLocks noChangeShapeType="1"/>
              <a:stCxn id="30749" idx="7"/>
              <a:endCxn id="30747"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8" name="AutoShape 28"/>
            <p:cNvCxnSpPr>
              <a:cxnSpLocks noChangeShapeType="1"/>
              <a:stCxn id="30743" idx="5"/>
              <a:endCxn id="30749"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69" name="AutoShape 29"/>
            <p:cNvCxnSpPr>
              <a:cxnSpLocks noChangeShapeType="1"/>
              <a:stCxn id="30746" idx="4"/>
              <a:endCxn id="30749"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70" name="AutoShape 30"/>
            <p:cNvCxnSpPr>
              <a:cxnSpLocks noChangeShapeType="1"/>
              <a:stCxn id="30749" idx="6"/>
              <a:endCxn id="30748"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0771" name="AutoShape 31"/>
            <p:cNvCxnSpPr>
              <a:cxnSpLocks noChangeShapeType="1"/>
              <a:stCxn id="30745" idx="4"/>
              <a:endCxn id="30746"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30772"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0773"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0774"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0775"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0776"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30723"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24"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25"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26"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27"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28"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0729" name="Oval 43"/>
          <p:cNvSpPr>
            <a:spLocks noChangeArrowheads="1"/>
          </p:cNvSpPr>
          <p:nvPr/>
        </p:nvSpPr>
        <p:spPr bwMode="auto">
          <a:xfrm>
            <a:off x="6181921" y="38365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0730" name="Line 44"/>
          <p:cNvSpPr>
            <a:spLocks noChangeShapeType="1"/>
          </p:cNvSpPr>
          <p:nvPr/>
        </p:nvSpPr>
        <p:spPr bwMode="auto">
          <a:xfrm flipV="1">
            <a:off x="3638881" y="4117321"/>
            <a:ext cx="26870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31" name="Line 45"/>
          <p:cNvSpPr>
            <a:spLocks noChangeShapeType="1"/>
          </p:cNvSpPr>
          <p:nvPr/>
        </p:nvSpPr>
        <p:spPr bwMode="auto">
          <a:xfrm flipH="1" flipV="1">
            <a:off x="2446561" y="4147561"/>
            <a:ext cx="1085760" cy="1715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32" name="Line 46"/>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33" name="Oval 47"/>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0734" name="Oval 48"/>
          <p:cNvSpPr>
            <a:spLocks noChangeArrowheads="1"/>
          </p:cNvSpPr>
          <p:nvPr/>
        </p:nvSpPr>
        <p:spPr bwMode="auto">
          <a:xfrm>
            <a:off x="3447361" y="5781961"/>
            <a:ext cx="38160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0735" name="Line 49"/>
          <p:cNvSpPr>
            <a:spLocks noChangeShapeType="1"/>
          </p:cNvSpPr>
          <p:nvPr/>
        </p:nvSpPr>
        <p:spPr bwMode="auto">
          <a:xfrm flipV="1">
            <a:off x="2511361" y="4032360"/>
            <a:ext cx="390096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36" name="Line 50"/>
          <p:cNvSpPr>
            <a:spLocks noChangeShapeType="1"/>
          </p:cNvSpPr>
          <p:nvPr/>
        </p:nvSpPr>
        <p:spPr bwMode="auto">
          <a:xfrm flipV="1">
            <a:off x="5244481" y="4108681"/>
            <a:ext cx="1216800" cy="18676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37" name="Line 51"/>
          <p:cNvSpPr>
            <a:spLocks noChangeShapeType="1"/>
          </p:cNvSpPr>
          <p:nvPr/>
        </p:nvSpPr>
        <p:spPr bwMode="auto">
          <a:xfrm flipH="1" flipV="1">
            <a:off x="3669120" y="5974921"/>
            <a:ext cx="1497600" cy="14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38" name="Line 52"/>
          <p:cNvSpPr>
            <a:spLocks noChangeShapeType="1"/>
          </p:cNvSpPr>
          <p:nvPr/>
        </p:nvSpPr>
        <p:spPr bwMode="auto">
          <a:xfrm flipH="1" flipV="1">
            <a:off x="2532961" y="4117321"/>
            <a:ext cx="2636640" cy="18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39" name="Oval 53"/>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0740" name="Oval 54"/>
          <p:cNvSpPr>
            <a:spLocks noChangeArrowheads="1"/>
          </p:cNvSpPr>
          <p:nvPr/>
        </p:nvSpPr>
        <p:spPr bwMode="auto">
          <a:xfrm>
            <a:off x="724321" y="3865321"/>
            <a:ext cx="380160" cy="38160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
        <p:nvSpPr>
          <p:cNvPr id="30741" name="Line 55"/>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0742" name="Oval 56"/>
          <p:cNvSpPr>
            <a:spLocks noChangeArrowheads="1"/>
          </p:cNvSpPr>
          <p:nvPr/>
        </p:nvSpPr>
        <p:spPr bwMode="auto">
          <a:xfrm>
            <a:off x="5008321" y="579060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35647703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2"/>
          <p:cNvGrpSpPr>
            <a:grpSpLocks/>
          </p:cNvGrpSpPr>
          <p:nvPr/>
        </p:nvGrpSpPr>
        <p:grpSpPr bwMode="auto">
          <a:xfrm>
            <a:off x="676800" y="518761"/>
            <a:ext cx="7850880" cy="5654880"/>
            <a:chOff x="426" y="327"/>
            <a:chExt cx="4946" cy="3562"/>
          </a:xfrm>
        </p:grpSpPr>
        <p:sp>
          <p:nvSpPr>
            <p:cNvPr id="31770"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1771"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1772"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1773"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1774"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1775"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1776"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1777"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1778"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31779" name="AutoShape 12"/>
            <p:cNvCxnSpPr>
              <a:cxnSpLocks noChangeShapeType="1"/>
              <a:stCxn id="31772" idx="3"/>
              <a:endCxn id="31770"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0" name="AutoShape 13"/>
            <p:cNvCxnSpPr>
              <a:cxnSpLocks noChangeShapeType="1"/>
              <a:stCxn id="31770" idx="0"/>
              <a:endCxn id="31771"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1" name="AutoShape 14"/>
            <p:cNvCxnSpPr>
              <a:cxnSpLocks noChangeShapeType="1"/>
              <a:stCxn id="31771" idx="6"/>
              <a:endCxn id="31772"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2" name="AutoShape 15"/>
            <p:cNvCxnSpPr>
              <a:cxnSpLocks noChangeShapeType="1"/>
              <a:stCxn id="31771" idx="5"/>
              <a:endCxn id="31773"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3" name="AutoShape 16"/>
            <p:cNvCxnSpPr>
              <a:cxnSpLocks noChangeShapeType="1"/>
              <a:stCxn id="31772" idx="7"/>
              <a:endCxn id="31778"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4" name="AutoShape 17"/>
            <p:cNvCxnSpPr>
              <a:cxnSpLocks noChangeShapeType="1"/>
              <a:stCxn id="31778" idx="4"/>
              <a:endCxn id="31777"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5" name="AutoShape 18"/>
            <p:cNvCxnSpPr>
              <a:cxnSpLocks noChangeShapeType="1"/>
              <a:stCxn id="31772" idx="6"/>
              <a:endCxn id="31777"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6" name="AutoShape 19"/>
            <p:cNvCxnSpPr>
              <a:cxnSpLocks noChangeShapeType="1"/>
              <a:stCxn id="31777" idx="6"/>
              <a:endCxn id="31803"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7" name="AutoShape 20"/>
            <p:cNvCxnSpPr>
              <a:cxnSpLocks noChangeShapeType="1"/>
              <a:stCxn id="31773" idx="7"/>
              <a:endCxn id="31777"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8" name="AutoShape 21"/>
            <p:cNvCxnSpPr>
              <a:cxnSpLocks noChangeShapeType="1"/>
              <a:stCxn id="31777" idx="5"/>
              <a:endCxn id="31774"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89" name="AutoShape 22"/>
            <p:cNvCxnSpPr>
              <a:cxnSpLocks noChangeShapeType="1"/>
              <a:stCxn id="31803" idx="3"/>
              <a:endCxn id="31774"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90" name="AutoShape 23"/>
            <p:cNvCxnSpPr>
              <a:cxnSpLocks noChangeShapeType="1"/>
              <a:stCxn id="31774" idx="2"/>
              <a:endCxn id="31773"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91" name="AutoShape 24"/>
            <p:cNvCxnSpPr>
              <a:cxnSpLocks noChangeShapeType="1"/>
              <a:stCxn id="31773" idx="2"/>
              <a:endCxn id="31770"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92" name="AutoShape 25"/>
            <p:cNvCxnSpPr>
              <a:cxnSpLocks noChangeShapeType="1"/>
              <a:stCxn id="31773" idx="5"/>
              <a:endCxn id="31775"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93" name="AutoShape 26"/>
            <p:cNvCxnSpPr>
              <a:cxnSpLocks noChangeShapeType="1"/>
              <a:stCxn id="31774" idx="4"/>
              <a:endCxn id="31775"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94" name="AutoShape 27"/>
            <p:cNvCxnSpPr>
              <a:cxnSpLocks noChangeShapeType="1"/>
              <a:stCxn id="31776" idx="7"/>
              <a:endCxn id="31774"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95" name="AutoShape 28"/>
            <p:cNvCxnSpPr>
              <a:cxnSpLocks noChangeShapeType="1"/>
              <a:stCxn id="31770" idx="5"/>
              <a:endCxn id="31776"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96" name="AutoShape 29"/>
            <p:cNvCxnSpPr>
              <a:cxnSpLocks noChangeShapeType="1"/>
              <a:stCxn id="31773" idx="4"/>
              <a:endCxn id="31776"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97" name="AutoShape 30"/>
            <p:cNvCxnSpPr>
              <a:cxnSpLocks noChangeShapeType="1"/>
              <a:stCxn id="31776" idx="6"/>
              <a:endCxn id="31775"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1798" name="AutoShape 31"/>
            <p:cNvCxnSpPr>
              <a:cxnSpLocks noChangeShapeType="1"/>
              <a:stCxn id="31772" idx="4"/>
              <a:endCxn id="31773"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31799"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1800"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1801"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1802"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1803"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31747"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48"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49"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50"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51"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52"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1753" name="Oval 43"/>
          <p:cNvSpPr>
            <a:spLocks noChangeArrowheads="1"/>
          </p:cNvSpPr>
          <p:nvPr/>
        </p:nvSpPr>
        <p:spPr bwMode="auto">
          <a:xfrm>
            <a:off x="6181921" y="38365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1754" name="Line 44"/>
          <p:cNvSpPr>
            <a:spLocks noChangeShapeType="1"/>
          </p:cNvSpPr>
          <p:nvPr/>
        </p:nvSpPr>
        <p:spPr bwMode="auto">
          <a:xfrm flipV="1">
            <a:off x="3638881" y="4117321"/>
            <a:ext cx="26870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55" name="Line 45"/>
          <p:cNvSpPr>
            <a:spLocks noChangeShapeType="1"/>
          </p:cNvSpPr>
          <p:nvPr/>
        </p:nvSpPr>
        <p:spPr bwMode="auto">
          <a:xfrm flipH="1" flipV="1">
            <a:off x="2446561" y="4147561"/>
            <a:ext cx="1085760" cy="1715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56" name="Line 46"/>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57" name="Oval 47"/>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1758" name="Oval 48"/>
          <p:cNvSpPr>
            <a:spLocks noChangeArrowheads="1"/>
          </p:cNvSpPr>
          <p:nvPr/>
        </p:nvSpPr>
        <p:spPr bwMode="auto">
          <a:xfrm>
            <a:off x="3447361" y="5781961"/>
            <a:ext cx="38160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1759" name="Line 49"/>
          <p:cNvSpPr>
            <a:spLocks noChangeShapeType="1"/>
          </p:cNvSpPr>
          <p:nvPr/>
        </p:nvSpPr>
        <p:spPr bwMode="auto">
          <a:xfrm flipV="1">
            <a:off x="2511361" y="4032360"/>
            <a:ext cx="390096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60" name="Line 50"/>
          <p:cNvSpPr>
            <a:spLocks noChangeShapeType="1"/>
          </p:cNvSpPr>
          <p:nvPr/>
        </p:nvSpPr>
        <p:spPr bwMode="auto">
          <a:xfrm flipV="1">
            <a:off x="5244481" y="4108681"/>
            <a:ext cx="1216800" cy="18676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61" name="Line 51"/>
          <p:cNvSpPr>
            <a:spLocks noChangeShapeType="1"/>
          </p:cNvSpPr>
          <p:nvPr/>
        </p:nvSpPr>
        <p:spPr bwMode="auto">
          <a:xfrm flipH="1" flipV="1">
            <a:off x="3669120" y="5974921"/>
            <a:ext cx="1497600" cy="14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62" name="Line 52"/>
          <p:cNvSpPr>
            <a:spLocks noChangeShapeType="1"/>
          </p:cNvSpPr>
          <p:nvPr/>
        </p:nvSpPr>
        <p:spPr bwMode="auto">
          <a:xfrm flipH="1" flipV="1">
            <a:off x="2532961" y="4117321"/>
            <a:ext cx="2636640" cy="18115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63" name="Oval 53"/>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1764" name="Oval 54"/>
          <p:cNvSpPr>
            <a:spLocks noChangeArrowheads="1"/>
          </p:cNvSpPr>
          <p:nvPr/>
        </p:nvSpPr>
        <p:spPr bwMode="auto">
          <a:xfrm>
            <a:off x="724321" y="386532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1765" name="Line 55"/>
          <p:cNvSpPr>
            <a:spLocks noChangeShapeType="1"/>
          </p:cNvSpPr>
          <p:nvPr/>
        </p:nvSpPr>
        <p:spPr bwMode="auto">
          <a:xfrm flipH="1">
            <a:off x="973441" y="4041001"/>
            <a:ext cx="1442880" cy="187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66" name="Line 56"/>
          <p:cNvSpPr>
            <a:spLocks noChangeShapeType="1"/>
          </p:cNvSpPr>
          <p:nvPr/>
        </p:nvSpPr>
        <p:spPr bwMode="auto">
          <a:xfrm flipH="1" flipV="1">
            <a:off x="974881" y="4128841"/>
            <a:ext cx="2548800" cy="1887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67" name="Line 57"/>
          <p:cNvSpPr>
            <a:spLocks noChangeShapeType="1"/>
          </p:cNvSpPr>
          <p:nvPr/>
        </p:nvSpPr>
        <p:spPr bwMode="auto">
          <a:xfrm flipH="1" flipV="1">
            <a:off x="1005121" y="4091401"/>
            <a:ext cx="4145760" cy="18777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68" name="Line 58"/>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1769" name="Oval 59"/>
          <p:cNvSpPr>
            <a:spLocks noChangeArrowheads="1"/>
          </p:cNvSpPr>
          <p:nvPr/>
        </p:nvSpPr>
        <p:spPr bwMode="auto">
          <a:xfrm>
            <a:off x="5008321" y="5790601"/>
            <a:ext cx="38160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19351956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a:grpSpLocks/>
          </p:cNvGrpSpPr>
          <p:nvPr/>
        </p:nvGrpSpPr>
        <p:grpSpPr bwMode="auto">
          <a:xfrm>
            <a:off x="676800" y="518761"/>
            <a:ext cx="7850880" cy="5654880"/>
            <a:chOff x="426" y="327"/>
            <a:chExt cx="4946" cy="3562"/>
          </a:xfrm>
        </p:grpSpPr>
        <p:sp>
          <p:nvSpPr>
            <p:cNvPr id="32798"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2799"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2800"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2801"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2802"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2803"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2804"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2805"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2806"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32807" name="AutoShape 12"/>
            <p:cNvCxnSpPr>
              <a:cxnSpLocks noChangeShapeType="1"/>
              <a:stCxn id="32800" idx="3"/>
              <a:endCxn id="32798"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08" name="AutoShape 13"/>
            <p:cNvCxnSpPr>
              <a:cxnSpLocks noChangeShapeType="1"/>
              <a:stCxn id="32798" idx="0"/>
              <a:endCxn id="32799"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09" name="AutoShape 14"/>
            <p:cNvCxnSpPr>
              <a:cxnSpLocks noChangeShapeType="1"/>
              <a:stCxn id="32799" idx="6"/>
              <a:endCxn id="32800"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0" name="AutoShape 15"/>
            <p:cNvCxnSpPr>
              <a:cxnSpLocks noChangeShapeType="1"/>
              <a:stCxn id="32799" idx="5"/>
              <a:endCxn id="32801"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1" name="AutoShape 16"/>
            <p:cNvCxnSpPr>
              <a:cxnSpLocks noChangeShapeType="1"/>
              <a:stCxn id="32800" idx="7"/>
              <a:endCxn id="32806"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2" name="AutoShape 17"/>
            <p:cNvCxnSpPr>
              <a:cxnSpLocks noChangeShapeType="1"/>
              <a:stCxn id="32806" idx="4"/>
              <a:endCxn id="32805"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3" name="AutoShape 18"/>
            <p:cNvCxnSpPr>
              <a:cxnSpLocks noChangeShapeType="1"/>
              <a:stCxn id="32800" idx="6"/>
              <a:endCxn id="32805"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4" name="AutoShape 19"/>
            <p:cNvCxnSpPr>
              <a:cxnSpLocks noChangeShapeType="1"/>
              <a:stCxn id="32805" idx="6"/>
              <a:endCxn id="32831"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5" name="AutoShape 20"/>
            <p:cNvCxnSpPr>
              <a:cxnSpLocks noChangeShapeType="1"/>
              <a:stCxn id="32801" idx="7"/>
              <a:endCxn id="32805"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6" name="AutoShape 21"/>
            <p:cNvCxnSpPr>
              <a:cxnSpLocks noChangeShapeType="1"/>
              <a:stCxn id="32805" idx="5"/>
              <a:endCxn id="32802"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7" name="AutoShape 22"/>
            <p:cNvCxnSpPr>
              <a:cxnSpLocks noChangeShapeType="1"/>
              <a:stCxn id="32831" idx="3"/>
              <a:endCxn id="32802"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8" name="AutoShape 23"/>
            <p:cNvCxnSpPr>
              <a:cxnSpLocks noChangeShapeType="1"/>
              <a:stCxn id="32802" idx="2"/>
              <a:endCxn id="32801"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19" name="AutoShape 24"/>
            <p:cNvCxnSpPr>
              <a:cxnSpLocks noChangeShapeType="1"/>
              <a:stCxn id="32801" idx="2"/>
              <a:endCxn id="32798"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20" name="AutoShape 25"/>
            <p:cNvCxnSpPr>
              <a:cxnSpLocks noChangeShapeType="1"/>
              <a:stCxn id="32801" idx="5"/>
              <a:endCxn id="32803"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21" name="AutoShape 26"/>
            <p:cNvCxnSpPr>
              <a:cxnSpLocks noChangeShapeType="1"/>
              <a:stCxn id="32802" idx="4"/>
              <a:endCxn id="32803"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22" name="AutoShape 27"/>
            <p:cNvCxnSpPr>
              <a:cxnSpLocks noChangeShapeType="1"/>
              <a:stCxn id="32804" idx="7"/>
              <a:endCxn id="32802"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23" name="AutoShape 28"/>
            <p:cNvCxnSpPr>
              <a:cxnSpLocks noChangeShapeType="1"/>
              <a:stCxn id="32798" idx="5"/>
              <a:endCxn id="32804"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24" name="AutoShape 29"/>
            <p:cNvCxnSpPr>
              <a:cxnSpLocks noChangeShapeType="1"/>
              <a:stCxn id="32801" idx="4"/>
              <a:endCxn id="32804"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25" name="AutoShape 30"/>
            <p:cNvCxnSpPr>
              <a:cxnSpLocks noChangeShapeType="1"/>
              <a:stCxn id="32804" idx="6"/>
              <a:endCxn id="32803"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2826" name="AutoShape 31"/>
            <p:cNvCxnSpPr>
              <a:cxnSpLocks noChangeShapeType="1"/>
              <a:stCxn id="32800" idx="4"/>
              <a:endCxn id="32801"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32827"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2828"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2829"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2830"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2831"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32771"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72"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73"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74"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75"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76"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2777" name="Oval 43"/>
          <p:cNvSpPr>
            <a:spLocks noChangeArrowheads="1"/>
          </p:cNvSpPr>
          <p:nvPr/>
        </p:nvSpPr>
        <p:spPr bwMode="auto">
          <a:xfrm>
            <a:off x="6181921" y="38365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2778" name="Line 44"/>
          <p:cNvSpPr>
            <a:spLocks noChangeShapeType="1"/>
          </p:cNvSpPr>
          <p:nvPr/>
        </p:nvSpPr>
        <p:spPr bwMode="auto">
          <a:xfrm flipV="1">
            <a:off x="3638881" y="4117321"/>
            <a:ext cx="26870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79" name="Line 45"/>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80" name="Oval 46"/>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2781" name="Line 47"/>
          <p:cNvSpPr>
            <a:spLocks noChangeShapeType="1"/>
          </p:cNvSpPr>
          <p:nvPr/>
        </p:nvSpPr>
        <p:spPr bwMode="auto">
          <a:xfrm flipV="1">
            <a:off x="2511361" y="4032360"/>
            <a:ext cx="390096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82" name="Line 48"/>
          <p:cNvSpPr>
            <a:spLocks noChangeShapeType="1"/>
          </p:cNvSpPr>
          <p:nvPr/>
        </p:nvSpPr>
        <p:spPr bwMode="auto">
          <a:xfrm flipV="1">
            <a:off x="5244481" y="4108681"/>
            <a:ext cx="1216800" cy="18676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83" name="Line 49"/>
          <p:cNvSpPr>
            <a:spLocks noChangeShapeType="1"/>
          </p:cNvSpPr>
          <p:nvPr/>
        </p:nvSpPr>
        <p:spPr bwMode="auto">
          <a:xfrm flipH="1" flipV="1">
            <a:off x="3669120" y="5974921"/>
            <a:ext cx="1497600" cy="14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84" name="Line 50"/>
          <p:cNvSpPr>
            <a:spLocks noChangeShapeType="1"/>
          </p:cNvSpPr>
          <p:nvPr/>
        </p:nvSpPr>
        <p:spPr bwMode="auto">
          <a:xfrm flipH="1" flipV="1">
            <a:off x="2532961" y="4117321"/>
            <a:ext cx="26366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85" name="Oval 51"/>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2786" name="Line 52"/>
          <p:cNvSpPr>
            <a:spLocks noChangeShapeType="1"/>
          </p:cNvSpPr>
          <p:nvPr/>
        </p:nvSpPr>
        <p:spPr bwMode="auto">
          <a:xfrm flipH="1">
            <a:off x="973441" y="4041001"/>
            <a:ext cx="1442880" cy="187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87" name="Line 53"/>
          <p:cNvSpPr>
            <a:spLocks noChangeShapeType="1"/>
          </p:cNvSpPr>
          <p:nvPr/>
        </p:nvSpPr>
        <p:spPr bwMode="auto">
          <a:xfrm flipH="1" flipV="1">
            <a:off x="974881" y="4128841"/>
            <a:ext cx="2548800" cy="1887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88" name="Line 54"/>
          <p:cNvSpPr>
            <a:spLocks noChangeShapeType="1"/>
          </p:cNvSpPr>
          <p:nvPr/>
        </p:nvSpPr>
        <p:spPr bwMode="auto">
          <a:xfrm flipH="1" flipV="1">
            <a:off x="1005121" y="4091401"/>
            <a:ext cx="4145760" cy="18777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89" name="Line 55"/>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90" name="Oval 56"/>
          <p:cNvSpPr>
            <a:spLocks noChangeArrowheads="1"/>
          </p:cNvSpPr>
          <p:nvPr/>
        </p:nvSpPr>
        <p:spPr bwMode="auto">
          <a:xfrm>
            <a:off x="5008321" y="57906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2791" name="Oval 57"/>
          <p:cNvSpPr>
            <a:spLocks noChangeArrowheads="1"/>
          </p:cNvSpPr>
          <p:nvPr/>
        </p:nvSpPr>
        <p:spPr bwMode="auto">
          <a:xfrm>
            <a:off x="724321" y="386532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2792" name="Line 58"/>
          <p:cNvSpPr>
            <a:spLocks noChangeShapeType="1"/>
          </p:cNvSpPr>
          <p:nvPr/>
        </p:nvSpPr>
        <p:spPr bwMode="auto">
          <a:xfrm flipH="1" flipV="1">
            <a:off x="2446561" y="4147561"/>
            <a:ext cx="1085760" cy="1715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93" name="Line 59"/>
          <p:cNvSpPr>
            <a:spLocks noChangeShapeType="1"/>
          </p:cNvSpPr>
          <p:nvPr/>
        </p:nvSpPr>
        <p:spPr bwMode="auto">
          <a:xfrm>
            <a:off x="866881" y="2125801"/>
            <a:ext cx="2635200" cy="386208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94" name="Oval 60"/>
          <p:cNvSpPr>
            <a:spLocks noChangeArrowheads="1"/>
          </p:cNvSpPr>
          <p:nvPr/>
        </p:nvSpPr>
        <p:spPr bwMode="auto">
          <a:xfrm>
            <a:off x="3447361" y="5781961"/>
            <a:ext cx="38160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2795" name="Line 61"/>
          <p:cNvSpPr>
            <a:spLocks noChangeShapeType="1"/>
          </p:cNvSpPr>
          <p:nvPr/>
        </p:nvSpPr>
        <p:spPr bwMode="auto">
          <a:xfrm flipH="1" flipV="1">
            <a:off x="974881" y="2209321"/>
            <a:ext cx="1414080" cy="17352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96" name="Line 62"/>
          <p:cNvSpPr>
            <a:spLocks noChangeShapeType="1"/>
          </p:cNvSpPr>
          <p:nvPr/>
        </p:nvSpPr>
        <p:spPr bwMode="auto">
          <a:xfrm flipH="1" flipV="1">
            <a:off x="869760" y="2219401"/>
            <a:ext cx="46080" cy="1743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2797" name="Oval 63"/>
          <p:cNvSpPr>
            <a:spLocks noChangeArrowheads="1"/>
          </p:cNvSpPr>
          <p:nvPr/>
        </p:nvSpPr>
        <p:spPr bwMode="auto">
          <a:xfrm>
            <a:off x="672481" y="1919881"/>
            <a:ext cx="381600" cy="38016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22616218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2"/>
          <p:cNvGrpSpPr>
            <a:grpSpLocks/>
          </p:cNvGrpSpPr>
          <p:nvPr/>
        </p:nvGrpSpPr>
        <p:grpSpPr bwMode="auto">
          <a:xfrm>
            <a:off x="676800" y="518761"/>
            <a:ext cx="7850880" cy="5654880"/>
            <a:chOff x="426" y="327"/>
            <a:chExt cx="4946" cy="3562"/>
          </a:xfrm>
        </p:grpSpPr>
        <p:sp>
          <p:nvSpPr>
            <p:cNvPr id="33822"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3823"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3824"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3825"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3826"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3827"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3828"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3829"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3830"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33831" name="AutoShape 12"/>
            <p:cNvCxnSpPr>
              <a:cxnSpLocks noChangeShapeType="1"/>
              <a:stCxn id="33824" idx="3"/>
              <a:endCxn id="33822"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32" name="AutoShape 13"/>
            <p:cNvCxnSpPr>
              <a:cxnSpLocks noChangeShapeType="1"/>
              <a:stCxn id="33822" idx="0"/>
              <a:endCxn id="33823"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33" name="AutoShape 14"/>
            <p:cNvCxnSpPr>
              <a:cxnSpLocks noChangeShapeType="1"/>
              <a:stCxn id="33823" idx="6"/>
              <a:endCxn id="33824"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34" name="AutoShape 15"/>
            <p:cNvCxnSpPr>
              <a:cxnSpLocks noChangeShapeType="1"/>
              <a:stCxn id="33823" idx="5"/>
              <a:endCxn id="33825"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35" name="AutoShape 16"/>
            <p:cNvCxnSpPr>
              <a:cxnSpLocks noChangeShapeType="1"/>
              <a:stCxn id="33824" idx="7"/>
              <a:endCxn id="33830"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36" name="AutoShape 17"/>
            <p:cNvCxnSpPr>
              <a:cxnSpLocks noChangeShapeType="1"/>
              <a:stCxn id="33830" idx="4"/>
              <a:endCxn id="33829"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37" name="AutoShape 18"/>
            <p:cNvCxnSpPr>
              <a:cxnSpLocks noChangeShapeType="1"/>
              <a:stCxn id="33824" idx="6"/>
              <a:endCxn id="33829"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38" name="AutoShape 19"/>
            <p:cNvCxnSpPr>
              <a:cxnSpLocks noChangeShapeType="1"/>
              <a:stCxn id="33829" idx="6"/>
              <a:endCxn id="33855"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39" name="AutoShape 20"/>
            <p:cNvCxnSpPr>
              <a:cxnSpLocks noChangeShapeType="1"/>
              <a:stCxn id="33825" idx="7"/>
              <a:endCxn id="33829"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0" name="AutoShape 21"/>
            <p:cNvCxnSpPr>
              <a:cxnSpLocks noChangeShapeType="1"/>
              <a:stCxn id="33829" idx="5"/>
              <a:endCxn id="33826"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1" name="AutoShape 22"/>
            <p:cNvCxnSpPr>
              <a:cxnSpLocks noChangeShapeType="1"/>
              <a:stCxn id="33855" idx="3"/>
              <a:endCxn id="33826"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2" name="AutoShape 23"/>
            <p:cNvCxnSpPr>
              <a:cxnSpLocks noChangeShapeType="1"/>
              <a:stCxn id="33826" idx="2"/>
              <a:endCxn id="33825"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3" name="AutoShape 24"/>
            <p:cNvCxnSpPr>
              <a:cxnSpLocks noChangeShapeType="1"/>
              <a:stCxn id="33825" idx="2"/>
              <a:endCxn id="33822"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4" name="AutoShape 25"/>
            <p:cNvCxnSpPr>
              <a:cxnSpLocks noChangeShapeType="1"/>
              <a:stCxn id="33825" idx="5"/>
              <a:endCxn id="33827"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5" name="AutoShape 26"/>
            <p:cNvCxnSpPr>
              <a:cxnSpLocks noChangeShapeType="1"/>
              <a:stCxn id="33826" idx="4"/>
              <a:endCxn id="33827"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6" name="AutoShape 27"/>
            <p:cNvCxnSpPr>
              <a:cxnSpLocks noChangeShapeType="1"/>
              <a:stCxn id="33828" idx="7"/>
              <a:endCxn id="33826"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7" name="AutoShape 28"/>
            <p:cNvCxnSpPr>
              <a:cxnSpLocks noChangeShapeType="1"/>
              <a:stCxn id="33822" idx="5"/>
              <a:endCxn id="33828"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8" name="AutoShape 29"/>
            <p:cNvCxnSpPr>
              <a:cxnSpLocks noChangeShapeType="1"/>
              <a:stCxn id="33825" idx="4"/>
              <a:endCxn id="33828"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49" name="AutoShape 30"/>
            <p:cNvCxnSpPr>
              <a:cxnSpLocks noChangeShapeType="1"/>
              <a:stCxn id="33828" idx="6"/>
              <a:endCxn id="33827"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3850" name="AutoShape 31"/>
            <p:cNvCxnSpPr>
              <a:cxnSpLocks noChangeShapeType="1"/>
              <a:stCxn id="33824" idx="4"/>
              <a:endCxn id="33825"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33851"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3852"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3853"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3854"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3855"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33795"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796"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797"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798"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799"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00"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3801" name="Oval 43"/>
          <p:cNvSpPr>
            <a:spLocks noChangeArrowheads="1"/>
          </p:cNvSpPr>
          <p:nvPr/>
        </p:nvSpPr>
        <p:spPr bwMode="auto">
          <a:xfrm>
            <a:off x="6181921" y="38365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3802" name="Line 44"/>
          <p:cNvSpPr>
            <a:spLocks noChangeShapeType="1"/>
          </p:cNvSpPr>
          <p:nvPr/>
        </p:nvSpPr>
        <p:spPr bwMode="auto">
          <a:xfrm flipV="1">
            <a:off x="3638881" y="4117321"/>
            <a:ext cx="26870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03" name="Line 45"/>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04" name="Oval 46"/>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3805" name="Line 47"/>
          <p:cNvSpPr>
            <a:spLocks noChangeShapeType="1"/>
          </p:cNvSpPr>
          <p:nvPr/>
        </p:nvSpPr>
        <p:spPr bwMode="auto">
          <a:xfrm flipV="1">
            <a:off x="2511361" y="4032360"/>
            <a:ext cx="390096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06" name="Line 48"/>
          <p:cNvSpPr>
            <a:spLocks noChangeShapeType="1"/>
          </p:cNvSpPr>
          <p:nvPr/>
        </p:nvSpPr>
        <p:spPr bwMode="auto">
          <a:xfrm flipV="1">
            <a:off x="5244481" y="4108681"/>
            <a:ext cx="1216800" cy="18676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07" name="Line 49"/>
          <p:cNvSpPr>
            <a:spLocks noChangeShapeType="1"/>
          </p:cNvSpPr>
          <p:nvPr/>
        </p:nvSpPr>
        <p:spPr bwMode="auto">
          <a:xfrm flipH="1" flipV="1">
            <a:off x="3669120" y="5974921"/>
            <a:ext cx="1497600" cy="14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08" name="Line 50"/>
          <p:cNvSpPr>
            <a:spLocks noChangeShapeType="1"/>
          </p:cNvSpPr>
          <p:nvPr/>
        </p:nvSpPr>
        <p:spPr bwMode="auto">
          <a:xfrm flipH="1" flipV="1">
            <a:off x="2532961" y="4117321"/>
            <a:ext cx="26366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09" name="Oval 51"/>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3810" name="Line 52"/>
          <p:cNvSpPr>
            <a:spLocks noChangeShapeType="1"/>
          </p:cNvSpPr>
          <p:nvPr/>
        </p:nvSpPr>
        <p:spPr bwMode="auto">
          <a:xfrm flipH="1">
            <a:off x="973441" y="4041001"/>
            <a:ext cx="1442880" cy="187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11" name="Line 53"/>
          <p:cNvSpPr>
            <a:spLocks noChangeShapeType="1"/>
          </p:cNvSpPr>
          <p:nvPr/>
        </p:nvSpPr>
        <p:spPr bwMode="auto">
          <a:xfrm flipH="1" flipV="1">
            <a:off x="974881" y="4128841"/>
            <a:ext cx="2548800" cy="1887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12" name="Line 54"/>
          <p:cNvSpPr>
            <a:spLocks noChangeShapeType="1"/>
          </p:cNvSpPr>
          <p:nvPr/>
        </p:nvSpPr>
        <p:spPr bwMode="auto">
          <a:xfrm flipH="1" flipV="1">
            <a:off x="1005121" y="4091401"/>
            <a:ext cx="4145760" cy="18777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13" name="Line 55"/>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14" name="Oval 56"/>
          <p:cNvSpPr>
            <a:spLocks noChangeArrowheads="1"/>
          </p:cNvSpPr>
          <p:nvPr/>
        </p:nvSpPr>
        <p:spPr bwMode="auto">
          <a:xfrm>
            <a:off x="5008321" y="57906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3815" name="Oval 57"/>
          <p:cNvSpPr>
            <a:spLocks noChangeArrowheads="1"/>
          </p:cNvSpPr>
          <p:nvPr/>
        </p:nvSpPr>
        <p:spPr bwMode="auto">
          <a:xfrm>
            <a:off x="724321" y="386532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3816" name="Line 58"/>
          <p:cNvSpPr>
            <a:spLocks noChangeShapeType="1"/>
          </p:cNvSpPr>
          <p:nvPr/>
        </p:nvSpPr>
        <p:spPr bwMode="auto">
          <a:xfrm flipH="1" flipV="1">
            <a:off x="2446561" y="4147561"/>
            <a:ext cx="1085760" cy="1715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17" name="Line 59"/>
          <p:cNvSpPr>
            <a:spLocks noChangeShapeType="1"/>
          </p:cNvSpPr>
          <p:nvPr/>
        </p:nvSpPr>
        <p:spPr bwMode="auto">
          <a:xfrm>
            <a:off x="2560320" y="2135881"/>
            <a:ext cx="1048320" cy="380448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18" name="Oval 60"/>
          <p:cNvSpPr>
            <a:spLocks noChangeArrowheads="1"/>
          </p:cNvSpPr>
          <p:nvPr/>
        </p:nvSpPr>
        <p:spPr bwMode="auto">
          <a:xfrm>
            <a:off x="3447361" y="5781961"/>
            <a:ext cx="38160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3819" name="Line 61"/>
          <p:cNvSpPr>
            <a:spLocks noChangeShapeType="1"/>
          </p:cNvSpPr>
          <p:nvPr/>
        </p:nvSpPr>
        <p:spPr bwMode="auto">
          <a:xfrm flipV="1">
            <a:off x="2494081" y="2259721"/>
            <a:ext cx="20160" cy="17424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20" name="Line 62"/>
          <p:cNvSpPr>
            <a:spLocks noChangeShapeType="1"/>
          </p:cNvSpPr>
          <p:nvPr/>
        </p:nvSpPr>
        <p:spPr bwMode="auto">
          <a:xfrm flipH="1">
            <a:off x="984961" y="2144521"/>
            <a:ext cx="1460160" cy="18648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3821" name="Oval 63"/>
          <p:cNvSpPr>
            <a:spLocks noChangeArrowheads="1"/>
          </p:cNvSpPr>
          <p:nvPr/>
        </p:nvSpPr>
        <p:spPr bwMode="auto">
          <a:xfrm>
            <a:off x="2319841" y="1898281"/>
            <a:ext cx="380160" cy="38160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27653328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2"/>
          <p:cNvGrpSpPr>
            <a:grpSpLocks/>
          </p:cNvGrpSpPr>
          <p:nvPr/>
        </p:nvGrpSpPr>
        <p:grpSpPr bwMode="auto">
          <a:xfrm>
            <a:off x="676800" y="518761"/>
            <a:ext cx="7850880" cy="5654880"/>
            <a:chOff x="426" y="327"/>
            <a:chExt cx="4946" cy="3562"/>
          </a:xfrm>
        </p:grpSpPr>
        <p:sp>
          <p:nvSpPr>
            <p:cNvPr id="34846"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4847"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4848"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4849"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4850"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4851"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4852"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4853"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4854"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34855" name="AutoShape 12"/>
            <p:cNvCxnSpPr>
              <a:cxnSpLocks noChangeShapeType="1"/>
              <a:stCxn id="34848" idx="3"/>
              <a:endCxn id="34846"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56" name="AutoShape 13"/>
            <p:cNvCxnSpPr>
              <a:cxnSpLocks noChangeShapeType="1"/>
              <a:stCxn id="34846" idx="0"/>
              <a:endCxn id="34847"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57" name="AutoShape 14"/>
            <p:cNvCxnSpPr>
              <a:cxnSpLocks noChangeShapeType="1"/>
              <a:stCxn id="34847" idx="6"/>
              <a:endCxn id="34848"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58" name="AutoShape 15"/>
            <p:cNvCxnSpPr>
              <a:cxnSpLocks noChangeShapeType="1"/>
              <a:stCxn id="34847" idx="5"/>
              <a:endCxn id="34849"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59" name="AutoShape 16"/>
            <p:cNvCxnSpPr>
              <a:cxnSpLocks noChangeShapeType="1"/>
              <a:stCxn id="34848" idx="7"/>
              <a:endCxn id="34854"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0" name="AutoShape 17"/>
            <p:cNvCxnSpPr>
              <a:cxnSpLocks noChangeShapeType="1"/>
              <a:stCxn id="34854" idx="4"/>
              <a:endCxn id="34853"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1" name="AutoShape 18"/>
            <p:cNvCxnSpPr>
              <a:cxnSpLocks noChangeShapeType="1"/>
              <a:stCxn id="34848" idx="6"/>
              <a:endCxn id="34853"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2" name="AutoShape 19"/>
            <p:cNvCxnSpPr>
              <a:cxnSpLocks noChangeShapeType="1"/>
              <a:stCxn id="34853" idx="6"/>
              <a:endCxn id="34879"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3" name="AutoShape 20"/>
            <p:cNvCxnSpPr>
              <a:cxnSpLocks noChangeShapeType="1"/>
              <a:stCxn id="34849" idx="7"/>
              <a:endCxn id="34853"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4" name="AutoShape 21"/>
            <p:cNvCxnSpPr>
              <a:cxnSpLocks noChangeShapeType="1"/>
              <a:stCxn id="34853" idx="5"/>
              <a:endCxn id="34850"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5" name="AutoShape 22"/>
            <p:cNvCxnSpPr>
              <a:cxnSpLocks noChangeShapeType="1"/>
              <a:stCxn id="34879" idx="3"/>
              <a:endCxn id="34850"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6" name="AutoShape 23"/>
            <p:cNvCxnSpPr>
              <a:cxnSpLocks noChangeShapeType="1"/>
              <a:stCxn id="34850" idx="2"/>
              <a:endCxn id="34849"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7" name="AutoShape 24"/>
            <p:cNvCxnSpPr>
              <a:cxnSpLocks noChangeShapeType="1"/>
              <a:stCxn id="34849" idx="2"/>
              <a:endCxn id="34846"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8" name="AutoShape 25"/>
            <p:cNvCxnSpPr>
              <a:cxnSpLocks noChangeShapeType="1"/>
              <a:stCxn id="34849" idx="5"/>
              <a:endCxn id="34851"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69" name="AutoShape 26"/>
            <p:cNvCxnSpPr>
              <a:cxnSpLocks noChangeShapeType="1"/>
              <a:stCxn id="34850" idx="4"/>
              <a:endCxn id="34851"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70" name="AutoShape 27"/>
            <p:cNvCxnSpPr>
              <a:cxnSpLocks noChangeShapeType="1"/>
              <a:stCxn id="34852" idx="7"/>
              <a:endCxn id="34850"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71" name="AutoShape 28"/>
            <p:cNvCxnSpPr>
              <a:cxnSpLocks noChangeShapeType="1"/>
              <a:stCxn id="34846" idx="5"/>
              <a:endCxn id="34852"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72" name="AutoShape 29"/>
            <p:cNvCxnSpPr>
              <a:cxnSpLocks noChangeShapeType="1"/>
              <a:stCxn id="34849" idx="4"/>
              <a:endCxn id="34852"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73" name="AutoShape 30"/>
            <p:cNvCxnSpPr>
              <a:cxnSpLocks noChangeShapeType="1"/>
              <a:stCxn id="34852" idx="6"/>
              <a:endCxn id="34851"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4874" name="AutoShape 31"/>
            <p:cNvCxnSpPr>
              <a:cxnSpLocks noChangeShapeType="1"/>
              <a:stCxn id="34848" idx="4"/>
              <a:endCxn id="34849"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34875"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4876"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4877"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4878"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4879"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34819"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20"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21"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22"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23"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24"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4825" name="Oval 43"/>
          <p:cNvSpPr>
            <a:spLocks noChangeArrowheads="1"/>
          </p:cNvSpPr>
          <p:nvPr/>
        </p:nvSpPr>
        <p:spPr bwMode="auto">
          <a:xfrm>
            <a:off x="6181921" y="38365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4826" name="Line 44"/>
          <p:cNvSpPr>
            <a:spLocks noChangeShapeType="1"/>
          </p:cNvSpPr>
          <p:nvPr/>
        </p:nvSpPr>
        <p:spPr bwMode="auto">
          <a:xfrm flipV="1">
            <a:off x="3638881" y="4117321"/>
            <a:ext cx="26870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27" name="Line 45"/>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28" name="Oval 46"/>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4829" name="Line 47"/>
          <p:cNvSpPr>
            <a:spLocks noChangeShapeType="1"/>
          </p:cNvSpPr>
          <p:nvPr/>
        </p:nvSpPr>
        <p:spPr bwMode="auto">
          <a:xfrm flipV="1">
            <a:off x="2511361" y="4032360"/>
            <a:ext cx="390096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30" name="Line 48"/>
          <p:cNvSpPr>
            <a:spLocks noChangeShapeType="1"/>
          </p:cNvSpPr>
          <p:nvPr/>
        </p:nvSpPr>
        <p:spPr bwMode="auto">
          <a:xfrm flipV="1">
            <a:off x="5244481" y="4108681"/>
            <a:ext cx="1216800" cy="18676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31" name="Line 49"/>
          <p:cNvSpPr>
            <a:spLocks noChangeShapeType="1"/>
          </p:cNvSpPr>
          <p:nvPr/>
        </p:nvSpPr>
        <p:spPr bwMode="auto">
          <a:xfrm flipH="1" flipV="1">
            <a:off x="3669120" y="5974921"/>
            <a:ext cx="1497600" cy="14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32" name="Line 50"/>
          <p:cNvSpPr>
            <a:spLocks noChangeShapeType="1"/>
          </p:cNvSpPr>
          <p:nvPr/>
        </p:nvSpPr>
        <p:spPr bwMode="auto">
          <a:xfrm flipH="1" flipV="1">
            <a:off x="2532961" y="4117321"/>
            <a:ext cx="26366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33" name="Line 51"/>
          <p:cNvSpPr>
            <a:spLocks noChangeShapeType="1"/>
          </p:cNvSpPr>
          <p:nvPr/>
        </p:nvSpPr>
        <p:spPr bwMode="auto">
          <a:xfrm flipH="1">
            <a:off x="973441" y="4041001"/>
            <a:ext cx="1442880" cy="1872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34" name="Line 52"/>
          <p:cNvSpPr>
            <a:spLocks noChangeShapeType="1"/>
          </p:cNvSpPr>
          <p:nvPr/>
        </p:nvSpPr>
        <p:spPr bwMode="auto">
          <a:xfrm flipH="1" flipV="1">
            <a:off x="974881" y="4128841"/>
            <a:ext cx="2548800" cy="18878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35" name="Line 53"/>
          <p:cNvSpPr>
            <a:spLocks noChangeShapeType="1"/>
          </p:cNvSpPr>
          <p:nvPr/>
        </p:nvSpPr>
        <p:spPr bwMode="auto">
          <a:xfrm flipH="1" flipV="1">
            <a:off x="1005121" y="4091401"/>
            <a:ext cx="4145760" cy="18777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36" name="Line 54"/>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37" name="Oval 55"/>
          <p:cNvSpPr>
            <a:spLocks noChangeArrowheads="1"/>
          </p:cNvSpPr>
          <p:nvPr/>
        </p:nvSpPr>
        <p:spPr bwMode="auto">
          <a:xfrm>
            <a:off x="5008321" y="57906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4838" name="Oval 56"/>
          <p:cNvSpPr>
            <a:spLocks noChangeArrowheads="1"/>
          </p:cNvSpPr>
          <p:nvPr/>
        </p:nvSpPr>
        <p:spPr bwMode="auto">
          <a:xfrm>
            <a:off x="4252321" y="523081"/>
            <a:ext cx="381600" cy="380160"/>
          </a:xfrm>
          <a:prstGeom prst="ellipse">
            <a:avLst/>
          </a:prstGeom>
          <a:solidFill>
            <a:srgbClr val="FFCC00"/>
          </a:solidFill>
          <a:ln w="25400">
            <a:solidFill>
              <a:srgbClr val="FFCC00"/>
            </a:solidFill>
            <a:round/>
            <a:headEnd/>
            <a:tailEnd/>
          </a:ln>
        </p:spPr>
        <p:txBody>
          <a:bodyPr wrap="none" lIns="91419" tIns="45710" rIns="91419" bIns="45710" anchor="ctr"/>
          <a:lstStyle/>
          <a:p>
            <a:endParaRPr lang="da-DK" altLang="da-DK" sz="1633"/>
          </a:p>
        </p:txBody>
      </p:sp>
      <p:sp>
        <p:nvSpPr>
          <p:cNvPr id="34839" name="Line 57"/>
          <p:cNvSpPr>
            <a:spLocks noChangeShapeType="1"/>
          </p:cNvSpPr>
          <p:nvPr/>
        </p:nvSpPr>
        <p:spPr bwMode="auto">
          <a:xfrm flipH="1" flipV="1">
            <a:off x="2446561" y="4147561"/>
            <a:ext cx="1085760" cy="171504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40" name="Line 58"/>
          <p:cNvSpPr>
            <a:spLocks noChangeShapeType="1"/>
          </p:cNvSpPr>
          <p:nvPr/>
        </p:nvSpPr>
        <p:spPr bwMode="auto">
          <a:xfrm flipH="1">
            <a:off x="3589921" y="806760"/>
            <a:ext cx="828000" cy="511488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41" name="Line 59"/>
          <p:cNvSpPr>
            <a:spLocks noChangeShapeType="1"/>
          </p:cNvSpPr>
          <p:nvPr/>
        </p:nvSpPr>
        <p:spPr bwMode="auto">
          <a:xfrm flipH="1">
            <a:off x="2499841" y="740521"/>
            <a:ext cx="1908000" cy="325584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42" name="Line 60"/>
          <p:cNvSpPr>
            <a:spLocks noChangeShapeType="1"/>
          </p:cNvSpPr>
          <p:nvPr/>
        </p:nvSpPr>
        <p:spPr bwMode="auto">
          <a:xfrm flipH="1">
            <a:off x="923041" y="777961"/>
            <a:ext cx="3428640" cy="3286080"/>
          </a:xfrm>
          <a:prstGeom prst="line">
            <a:avLst/>
          </a:prstGeom>
          <a:noFill/>
          <a:ln w="63500">
            <a:solidFill>
              <a:srgbClr val="FFCC00"/>
            </a:solidFill>
            <a:prstDash val="sysDot"/>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4843" name="Oval 61"/>
          <p:cNvSpPr>
            <a:spLocks noChangeArrowheads="1"/>
          </p:cNvSpPr>
          <p:nvPr/>
        </p:nvSpPr>
        <p:spPr bwMode="auto">
          <a:xfrm>
            <a:off x="3447361" y="5781961"/>
            <a:ext cx="38160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4844" name="Oval 62"/>
          <p:cNvSpPr>
            <a:spLocks noChangeArrowheads="1"/>
          </p:cNvSpPr>
          <p:nvPr/>
        </p:nvSpPr>
        <p:spPr bwMode="auto">
          <a:xfrm>
            <a:off x="2304000" y="3846601"/>
            <a:ext cx="380160" cy="38016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
        <p:nvSpPr>
          <p:cNvPr id="34845" name="Oval 63"/>
          <p:cNvSpPr>
            <a:spLocks noChangeArrowheads="1"/>
          </p:cNvSpPr>
          <p:nvPr/>
        </p:nvSpPr>
        <p:spPr bwMode="auto">
          <a:xfrm>
            <a:off x="724321" y="3865321"/>
            <a:ext cx="380160" cy="381600"/>
          </a:xfrm>
          <a:prstGeom prst="ellipse">
            <a:avLst/>
          </a:prstGeom>
          <a:solidFill>
            <a:srgbClr val="FF0000"/>
          </a:solidFill>
          <a:ln w="25400">
            <a:solidFill>
              <a:srgbClr val="FF0000"/>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4001410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
          <p:cNvGrpSpPr>
            <a:grpSpLocks/>
          </p:cNvGrpSpPr>
          <p:nvPr/>
        </p:nvGrpSpPr>
        <p:grpSpPr bwMode="auto">
          <a:xfrm>
            <a:off x="676800" y="518761"/>
            <a:ext cx="7850880" cy="5654880"/>
            <a:chOff x="426" y="327"/>
            <a:chExt cx="4946" cy="3562"/>
          </a:xfrm>
        </p:grpSpPr>
        <p:sp>
          <p:nvSpPr>
            <p:cNvPr id="35866"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5867"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5868"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5869"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5870"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5871"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5872"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5873"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5874"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35875" name="AutoShape 12"/>
            <p:cNvCxnSpPr>
              <a:cxnSpLocks noChangeShapeType="1"/>
              <a:stCxn id="35868" idx="3"/>
              <a:endCxn id="35866"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76" name="AutoShape 13"/>
            <p:cNvCxnSpPr>
              <a:cxnSpLocks noChangeShapeType="1"/>
              <a:stCxn id="35866" idx="0"/>
              <a:endCxn id="35867"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77" name="AutoShape 14"/>
            <p:cNvCxnSpPr>
              <a:cxnSpLocks noChangeShapeType="1"/>
              <a:stCxn id="35867" idx="6"/>
              <a:endCxn id="35868"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78" name="AutoShape 15"/>
            <p:cNvCxnSpPr>
              <a:cxnSpLocks noChangeShapeType="1"/>
              <a:stCxn id="35867" idx="5"/>
              <a:endCxn id="35869"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79" name="AutoShape 16"/>
            <p:cNvCxnSpPr>
              <a:cxnSpLocks noChangeShapeType="1"/>
              <a:stCxn id="35868" idx="7"/>
              <a:endCxn id="35874"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0" name="AutoShape 17"/>
            <p:cNvCxnSpPr>
              <a:cxnSpLocks noChangeShapeType="1"/>
              <a:stCxn id="35874" idx="4"/>
              <a:endCxn id="35873"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1" name="AutoShape 18"/>
            <p:cNvCxnSpPr>
              <a:cxnSpLocks noChangeShapeType="1"/>
              <a:stCxn id="35868" idx="6"/>
              <a:endCxn id="35873"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2" name="AutoShape 19"/>
            <p:cNvCxnSpPr>
              <a:cxnSpLocks noChangeShapeType="1"/>
              <a:stCxn id="35873" idx="6"/>
              <a:endCxn id="35899"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3" name="AutoShape 20"/>
            <p:cNvCxnSpPr>
              <a:cxnSpLocks noChangeShapeType="1"/>
              <a:stCxn id="35869" idx="7"/>
              <a:endCxn id="35873"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4" name="AutoShape 21"/>
            <p:cNvCxnSpPr>
              <a:cxnSpLocks noChangeShapeType="1"/>
              <a:stCxn id="35873" idx="5"/>
              <a:endCxn id="35870"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5" name="AutoShape 22"/>
            <p:cNvCxnSpPr>
              <a:cxnSpLocks noChangeShapeType="1"/>
              <a:stCxn id="35899" idx="3"/>
              <a:endCxn id="35870"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6" name="AutoShape 23"/>
            <p:cNvCxnSpPr>
              <a:cxnSpLocks noChangeShapeType="1"/>
              <a:stCxn id="35870" idx="2"/>
              <a:endCxn id="35869"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7" name="AutoShape 24"/>
            <p:cNvCxnSpPr>
              <a:cxnSpLocks noChangeShapeType="1"/>
              <a:stCxn id="35869" idx="2"/>
              <a:endCxn id="35866"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8" name="AutoShape 25"/>
            <p:cNvCxnSpPr>
              <a:cxnSpLocks noChangeShapeType="1"/>
              <a:stCxn id="35869" idx="5"/>
              <a:endCxn id="35871"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89" name="AutoShape 26"/>
            <p:cNvCxnSpPr>
              <a:cxnSpLocks noChangeShapeType="1"/>
              <a:stCxn id="35870" idx="4"/>
              <a:endCxn id="35871"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90" name="AutoShape 27"/>
            <p:cNvCxnSpPr>
              <a:cxnSpLocks noChangeShapeType="1"/>
              <a:stCxn id="35872" idx="7"/>
              <a:endCxn id="35870"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91" name="AutoShape 28"/>
            <p:cNvCxnSpPr>
              <a:cxnSpLocks noChangeShapeType="1"/>
              <a:stCxn id="35866" idx="5"/>
              <a:endCxn id="35872"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92" name="AutoShape 29"/>
            <p:cNvCxnSpPr>
              <a:cxnSpLocks noChangeShapeType="1"/>
              <a:stCxn id="35869" idx="4"/>
              <a:endCxn id="35872"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93" name="AutoShape 30"/>
            <p:cNvCxnSpPr>
              <a:cxnSpLocks noChangeShapeType="1"/>
              <a:stCxn id="35872" idx="6"/>
              <a:endCxn id="35871"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5894" name="AutoShape 31"/>
            <p:cNvCxnSpPr>
              <a:cxnSpLocks noChangeShapeType="1"/>
              <a:stCxn id="35868" idx="4"/>
              <a:endCxn id="35869"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35895"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5896"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5897"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5898"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5899"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35843"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44"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45"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46"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47"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48"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5849" name="Oval 43"/>
          <p:cNvSpPr>
            <a:spLocks noChangeArrowheads="1"/>
          </p:cNvSpPr>
          <p:nvPr/>
        </p:nvSpPr>
        <p:spPr bwMode="auto">
          <a:xfrm>
            <a:off x="6181921" y="38365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5850" name="Line 44"/>
          <p:cNvSpPr>
            <a:spLocks noChangeShapeType="1"/>
          </p:cNvSpPr>
          <p:nvPr/>
        </p:nvSpPr>
        <p:spPr bwMode="auto">
          <a:xfrm flipV="1">
            <a:off x="3638881" y="4117321"/>
            <a:ext cx="26870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51" name="Line 45"/>
          <p:cNvSpPr>
            <a:spLocks noChangeShapeType="1"/>
          </p:cNvSpPr>
          <p:nvPr/>
        </p:nvSpPr>
        <p:spPr bwMode="auto">
          <a:xfrm flipH="1" flipV="1">
            <a:off x="2446561" y="4147561"/>
            <a:ext cx="1085760" cy="17150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52" name="Line 46"/>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53" name="Oval 47"/>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5854" name="Oval 48"/>
          <p:cNvSpPr>
            <a:spLocks noChangeArrowheads="1"/>
          </p:cNvSpPr>
          <p:nvPr/>
        </p:nvSpPr>
        <p:spPr bwMode="auto">
          <a:xfrm>
            <a:off x="3447361" y="57819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5855" name="Line 49"/>
          <p:cNvSpPr>
            <a:spLocks noChangeShapeType="1"/>
          </p:cNvSpPr>
          <p:nvPr/>
        </p:nvSpPr>
        <p:spPr bwMode="auto">
          <a:xfrm flipV="1">
            <a:off x="2511361" y="4032360"/>
            <a:ext cx="390096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56" name="Line 50"/>
          <p:cNvSpPr>
            <a:spLocks noChangeShapeType="1"/>
          </p:cNvSpPr>
          <p:nvPr/>
        </p:nvSpPr>
        <p:spPr bwMode="auto">
          <a:xfrm flipV="1">
            <a:off x="5244481" y="4108681"/>
            <a:ext cx="1216800" cy="18676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57" name="Line 51"/>
          <p:cNvSpPr>
            <a:spLocks noChangeShapeType="1"/>
          </p:cNvSpPr>
          <p:nvPr/>
        </p:nvSpPr>
        <p:spPr bwMode="auto">
          <a:xfrm flipH="1" flipV="1">
            <a:off x="3669120" y="5974921"/>
            <a:ext cx="1497600" cy="14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58" name="Line 52"/>
          <p:cNvSpPr>
            <a:spLocks noChangeShapeType="1"/>
          </p:cNvSpPr>
          <p:nvPr/>
        </p:nvSpPr>
        <p:spPr bwMode="auto">
          <a:xfrm flipH="1" flipV="1">
            <a:off x="2532961" y="4117321"/>
            <a:ext cx="26366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59" name="Oval 53"/>
          <p:cNvSpPr>
            <a:spLocks noChangeArrowheads="1"/>
          </p:cNvSpPr>
          <p:nvPr/>
        </p:nvSpPr>
        <p:spPr bwMode="auto">
          <a:xfrm>
            <a:off x="2304000" y="3846601"/>
            <a:ext cx="38016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5860" name="Oval 54"/>
          <p:cNvSpPr>
            <a:spLocks noChangeArrowheads="1"/>
          </p:cNvSpPr>
          <p:nvPr/>
        </p:nvSpPr>
        <p:spPr bwMode="auto">
          <a:xfrm>
            <a:off x="724321" y="38653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5861" name="Line 55"/>
          <p:cNvSpPr>
            <a:spLocks noChangeShapeType="1"/>
          </p:cNvSpPr>
          <p:nvPr/>
        </p:nvSpPr>
        <p:spPr bwMode="auto">
          <a:xfrm flipH="1">
            <a:off x="973441" y="4041001"/>
            <a:ext cx="1442880" cy="18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62" name="Line 56"/>
          <p:cNvSpPr>
            <a:spLocks noChangeShapeType="1"/>
          </p:cNvSpPr>
          <p:nvPr/>
        </p:nvSpPr>
        <p:spPr bwMode="auto">
          <a:xfrm flipH="1" flipV="1">
            <a:off x="974881" y="4128841"/>
            <a:ext cx="2548800" cy="18878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63" name="Line 57"/>
          <p:cNvSpPr>
            <a:spLocks noChangeShapeType="1"/>
          </p:cNvSpPr>
          <p:nvPr/>
        </p:nvSpPr>
        <p:spPr bwMode="auto">
          <a:xfrm flipH="1" flipV="1">
            <a:off x="1005121" y="4091401"/>
            <a:ext cx="4145760" cy="18777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64" name="Line 58"/>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5865" name="Oval 59"/>
          <p:cNvSpPr>
            <a:spLocks noChangeArrowheads="1"/>
          </p:cNvSpPr>
          <p:nvPr/>
        </p:nvSpPr>
        <p:spPr bwMode="auto">
          <a:xfrm>
            <a:off x="5008321" y="57906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Tree>
    <p:extLst>
      <p:ext uri="{BB962C8B-B14F-4D97-AF65-F5344CB8AC3E}">
        <p14:creationId xmlns:p14="http://schemas.microsoft.com/office/powerpoint/2010/main" val="3617864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2"/>
          <p:cNvGrpSpPr>
            <a:grpSpLocks/>
          </p:cNvGrpSpPr>
          <p:nvPr/>
        </p:nvGrpSpPr>
        <p:grpSpPr bwMode="auto">
          <a:xfrm>
            <a:off x="676800" y="518761"/>
            <a:ext cx="7850880" cy="5654880"/>
            <a:chOff x="426" y="327"/>
            <a:chExt cx="4946" cy="3562"/>
          </a:xfrm>
        </p:grpSpPr>
        <p:sp>
          <p:nvSpPr>
            <p:cNvPr id="36899"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6900"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6901"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6902"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6903"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6904"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6905"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6906"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6907"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36908" name="AutoShape 12"/>
            <p:cNvCxnSpPr>
              <a:cxnSpLocks noChangeShapeType="1"/>
              <a:stCxn id="36901" idx="3"/>
              <a:endCxn id="36899"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09" name="AutoShape 13"/>
            <p:cNvCxnSpPr>
              <a:cxnSpLocks noChangeShapeType="1"/>
              <a:stCxn id="36899" idx="0"/>
              <a:endCxn id="36900"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0" name="AutoShape 14"/>
            <p:cNvCxnSpPr>
              <a:cxnSpLocks noChangeShapeType="1"/>
              <a:stCxn id="36900" idx="6"/>
              <a:endCxn id="36901"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1" name="AutoShape 15"/>
            <p:cNvCxnSpPr>
              <a:cxnSpLocks noChangeShapeType="1"/>
              <a:stCxn id="36900" idx="5"/>
              <a:endCxn id="36902"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2" name="AutoShape 16"/>
            <p:cNvCxnSpPr>
              <a:cxnSpLocks noChangeShapeType="1"/>
              <a:stCxn id="36901" idx="7"/>
              <a:endCxn id="36907"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3" name="AutoShape 17"/>
            <p:cNvCxnSpPr>
              <a:cxnSpLocks noChangeShapeType="1"/>
              <a:stCxn id="36907" idx="4"/>
              <a:endCxn id="36906"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4" name="AutoShape 18"/>
            <p:cNvCxnSpPr>
              <a:cxnSpLocks noChangeShapeType="1"/>
              <a:stCxn id="36901" idx="6"/>
              <a:endCxn id="36906"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5" name="AutoShape 19"/>
            <p:cNvCxnSpPr>
              <a:cxnSpLocks noChangeShapeType="1"/>
              <a:stCxn id="36906" idx="6"/>
              <a:endCxn id="36932"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6" name="AutoShape 20"/>
            <p:cNvCxnSpPr>
              <a:cxnSpLocks noChangeShapeType="1"/>
              <a:stCxn id="36902" idx="7"/>
              <a:endCxn id="36906"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7" name="AutoShape 21"/>
            <p:cNvCxnSpPr>
              <a:cxnSpLocks noChangeShapeType="1"/>
              <a:stCxn id="36906" idx="5"/>
              <a:endCxn id="36903"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8" name="AutoShape 22"/>
            <p:cNvCxnSpPr>
              <a:cxnSpLocks noChangeShapeType="1"/>
              <a:stCxn id="36932" idx="3"/>
              <a:endCxn id="36903"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19" name="AutoShape 23"/>
            <p:cNvCxnSpPr>
              <a:cxnSpLocks noChangeShapeType="1"/>
              <a:stCxn id="36903" idx="2"/>
              <a:endCxn id="36902"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20" name="AutoShape 24"/>
            <p:cNvCxnSpPr>
              <a:cxnSpLocks noChangeShapeType="1"/>
              <a:stCxn id="36902" idx="2"/>
              <a:endCxn id="36899"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21" name="AutoShape 25"/>
            <p:cNvCxnSpPr>
              <a:cxnSpLocks noChangeShapeType="1"/>
              <a:stCxn id="36902" idx="5"/>
              <a:endCxn id="36904"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22" name="AutoShape 26"/>
            <p:cNvCxnSpPr>
              <a:cxnSpLocks noChangeShapeType="1"/>
              <a:stCxn id="36903" idx="4"/>
              <a:endCxn id="36904"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23" name="AutoShape 27"/>
            <p:cNvCxnSpPr>
              <a:cxnSpLocks noChangeShapeType="1"/>
              <a:stCxn id="36905" idx="7"/>
              <a:endCxn id="36903"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24" name="AutoShape 28"/>
            <p:cNvCxnSpPr>
              <a:cxnSpLocks noChangeShapeType="1"/>
              <a:stCxn id="36899" idx="5"/>
              <a:endCxn id="36905"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25" name="AutoShape 29"/>
            <p:cNvCxnSpPr>
              <a:cxnSpLocks noChangeShapeType="1"/>
              <a:stCxn id="36902" idx="4"/>
              <a:endCxn id="36905"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26" name="AutoShape 30"/>
            <p:cNvCxnSpPr>
              <a:cxnSpLocks noChangeShapeType="1"/>
              <a:stCxn id="36905" idx="6"/>
              <a:endCxn id="36904"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6927" name="AutoShape 31"/>
            <p:cNvCxnSpPr>
              <a:cxnSpLocks noChangeShapeType="1"/>
              <a:stCxn id="36901" idx="4"/>
              <a:endCxn id="36902"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36928"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6929"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6930"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6931"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6932"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36867"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68"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69"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70"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71"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72"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6873" name="Oval 43"/>
          <p:cNvSpPr>
            <a:spLocks noChangeArrowheads="1"/>
          </p:cNvSpPr>
          <p:nvPr/>
        </p:nvSpPr>
        <p:spPr bwMode="auto">
          <a:xfrm>
            <a:off x="6181921" y="38365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6874" name="Line 44"/>
          <p:cNvSpPr>
            <a:spLocks noChangeShapeType="1"/>
          </p:cNvSpPr>
          <p:nvPr/>
        </p:nvSpPr>
        <p:spPr bwMode="auto">
          <a:xfrm flipV="1">
            <a:off x="3638881" y="4117321"/>
            <a:ext cx="26870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75" name="Line 45"/>
          <p:cNvSpPr>
            <a:spLocks noChangeShapeType="1"/>
          </p:cNvSpPr>
          <p:nvPr/>
        </p:nvSpPr>
        <p:spPr bwMode="auto">
          <a:xfrm flipH="1" flipV="1">
            <a:off x="2446561" y="4147561"/>
            <a:ext cx="1085760" cy="17150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76" name="Line 46"/>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77" name="Oval 47"/>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6878" name="Oval 48"/>
          <p:cNvSpPr>
            <a:spLocks noChangeArrowheads="1"/>
          </p:cNvSpPr>
          <p:nvPr/>
        </p:nvSpPr>
        <p:spPr bwMode="auto">
          <a:xfrm>
            <a:off x="3447361" y="57819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6879" name="Line 49"/>
          <p:cNvSpPr>
            <a:spLocks noChangeShapeType="1"/>
          </p:cNvSpPr>
          <p:nvPr/>
        </p:nvSpPr>
        <p:spPr bwMode="auto">
          <a:xfrm flipV="1">
            <a:off x="2511361" y="4032360"/>
            <a:ext cx="390096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80" name="Line 50"/>
          <p:cNvSpPr>
            <a:spLocks noChangeShapeType="1"/>
          </p:cNvSpPr>
          <p:nvPr/>
        </p:nvSpPr>
        <p:spPr bwMode="auto">
          <a:xfrm flipV="1">
            <a:off x="5244481" y="4108681"/>
            <a:ext cx="1216800" cy="18676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81" name="Line 51"/>
          <p:cNvSpPr>
            <a:spLocks noChangeShapeType="1"/>
          </p:cNvSpPr>
          <p:nvPr/>
        </p:nvSpPr>
        <p:spPr bwMode="auto">
          <a:xfrm flipH="1" flipV="1">
            <a:off x="3669120" y="5974921"/>
            <a:ext cx="1497600" cy="14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82" name="Line 52"/>
          <p:cNvSpPr>
            <a:spLocks noChangeShapeType="1"/>
          </p:cNvSpPr>
          <p:nvPr/>
        </p:nvSpPr>
        <p:spPr bwMode="auto">
          <a:xfrm flipH="1" flipV="1">
            <a:off x="2532961" y="4117321"/>
            <a:ext cx="26366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83" name="Oval 53"/>
          <p:cNvSpPr>
            <a:spLocks noChangeArrowheads="1"/>
          </p:cNvSpPr>
          <p:nvPr/>
        </p:nvSpPr>
        <p:spPr bwMode="auto">
          <a:xfrm>
            <a:off x="2304000" y="3846601"/>
            <a:ext cx="38016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6884" name="Oval 54"/>
          <p:cNvSpPr>
            <a:spLocks noChangeArrowheads="1"/>
          </p:cNvSpPr>
          <p:nvPr/>
        </p:nvSpPr>
        <p:spPr bwMode="auto">
          <a:xfrm>
            <a:off x="724321" y="38653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6885" name="Line 55"/>
          <p:cNvSpPr>
            <a:spLocks noChangeShapeType="1"/>
          </p:cNvSpPr>
          <p:nvPr/>
        </p:nvSpPr>
        <p:spPr bwMode="auto">
          <a:xfrm flipH="1">
            <a:off x="973441" y="4041001"/>
            <a:ext cx="1442880" cy="18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86" name="Line 56"/>
          <p:cNvSpPr>
            <a:spLocks noChangeShapeType="1"/>
          </p:cNvSpPr>
          <p:nvPr/>
        </p:nvSpPr>
        <p:spPr bwMode="auto">
          <a:xfrm flipH="1" flipV="1">
            <a:off x="974881" y="4128841"/>
            <a:ext cx="2548800" cy="18878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87" name="Line 57"/>
          <p:cNvSpPr>
            <a:spLocks noChangeShapeType="1"/>
          </p:cNvSpPr>
          <p:nvPr/>
        </p:nvSpPr>
        <p:spPr bwMode="auto">
          <a:xfrm flipH="1" flipV="1">
            <a:off x="1005121" y="4091401"/>
            <a:ext cx="4145760" cy="18777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88" name="Line 58"/>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89" name="Oval 59"/>
          <p:cNvSpPr>
            <a:spLocks noChangeArrowheads="1"/>
          </p:cNvSpPr>
          <p:nvPr/>
        </p:nvSpPr>
        <p:spPr bwMode="auto">
          <a:xfrm>
            <a:off x="5008321" y="57906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6890" name="Oval 60"/>
          <p:cNvSpPr>
            <a:spLocks noChangeArrowheads="1"/>
          </p:cNvSpPr>
          <p:nvPr/>
        </p:nvSpPr>
        <p:spPr bwMode="auto">
          <a:xfrm>
            <a:off x="666721" y="189972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6891" name="Line 61"/>
          <p:cNvSpPr>
            <a:spLocks noChangeShapeType="1"/>
          </p:cNvSpPr>
          <p:nvPr/>
        </p:nvSpPr>
        <p:spPr bwMode="auto">
          <a:xfrm flipH="1" flipV="1">
            <a:off x="865441" y="2127241"/>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92" name="Line 62"/>
          <p:cNvSpPr>
            <a:spLocks noChangeShapeType="1"/>
          </p:cNvSpPr>
          <p:nvPr/>
        </p:nvSpPr>
        <p:spPr bwMode="auto">
          <a:xfrm flipH="1" flipV="1">
            <a:off x="950401" y="2166121"/>
            <a:ext cx="1523520" cy="18878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93" name="Line 63"/>
          <p:cNvSpPr>
            <a:spLocks noChangeShapeType="1"/>
          </p:cNvSpPr>
          <p:nvPr/>
        </p:nvSpPr>
        <p:spPr bwMode="auto">
          <a:xfrm flipV="1">
            <a:off x="2492641" y="2137321"/>
            <a:ext cx="27360" cy="18504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94" name="Line 64"/>
          <p:cNvSpPr>
            <a:spLocks noChangeShapeType="1"/>
          </p:cNvSpPr>
          <p:nvPr/>
        </p:nvSpPr>
        <p:spPr bwMode="auto">
          <a:xfrm flipV="1">
            <a:off x="961921" y="2145961"/>
            <a:ext cx="1470240" cy="18792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95" name="Line 65"/>
          <p:cNvSpPr>
            <a:spLocks noChangeShapeType="1"/>
          </p:cNvSpPr>
          <p:nvPr/>
        </p:nvSpPr>
        <p:spPr bwMode="auto">
          <a:xfrm flipV="1">
            <a:off x="895681" y="2078281"/>
            <a:ext cx="1573920" cy="129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6896" name="Oval 66"/>
          <p:cNvSpPr>
            <a:spLocks noChangeArrowheads="1"/>
          </p:cNvSpPr>
          <p:nvPr/>
        </p:nvSpPr>
        <p:spPr bwMode="auto">
          <a:xfrm>
            <a:off x="2311201" y="189108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6897" name="Freeform 67"/>
          <p:cNvSpPr>
            <a:spLocks/>
          </p:cNvSpPr>
          <p:nvPr/>
        </p:nvSpPr>
        <p:spPr bwMode="auto">
          <a:xfrm>
            <a:off x="443521" y="1722601"/>
            <a:ext cx="2491200" cy="2628000"/>
          </a:xfrm>
          <a:custGeom>
            <a:avLst/>
            <a:gdLst>
              <a:gd name="T0" fmla="*/ 2147483647 w 1570"/>
              <a:gd name="T1" fmla="*/ 2147483647 h 1656"/>
              <a:gd name="T2" fmla="*/ 2147483647 w 1570"/>
              <a:gd name="T3" fmla="*/ 2147483647 h 1656"/>
              <a:gd name="T4" fmla="*/ 2147483647 w 1570"/>
              <a:gd name="T5" fmla="*/ 2147483647 h 1656"/>
              <a:gd name="T6" fmla="*/ 2147483647 w 1570"/>
              <a:gd name="T7" fmla="*/ 2147483647 h 1656"/>
              <a:gd name="T8" fmla="*/ 2147483647 w 1570"/>
              <a:gd name="T9" fmla="*/ 2147483647 h 1656"/>
              <a:gd name="T10" fmla="*/ 2147483647 w 1570"/>
              <a:gd name="T11" fmla="*/ 0 h 1656"/>
              <a:gd name="T12" fmla="*/ 2147483647 w 1570"/>
              <a:gd name="T13" fmla="*/ 2147483647 h 1656"/>
              <a:gd name="T14" fmla="*/ 2147483647 w 1570"/>
              <a:gd name="T15" fmla="*/ 2147483647 h 1656"/>
              <a:gd name="T16" fmla="*/ 0 w 1570"/>
              <a:gd name="T17" fmla="*/ 2147483647 h 1656"/>
              <a:gd name="T18" fmla="*/ 2147483647 w 1570"/>
              <a:gd name="T19" fmla="*/ 2147483647 h 16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0"/>
              <a:gd name="T31" fmla="*/ 0 h 1656"/>
              <a:gd name="T32" fmla="*/ 1570 w 1570"/>
              <a:gd name="T33" fmla="*/ 1656 h 16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0" h="1656">
                <a:moveTo>
                  <a:pt x="30" y="1437"/>
                </a:moveTo>
                <a:lnTo>
                  <a:pt x="133" y="1637"/>
                </a:lnTo>
                <a:lnTo>
                  <a:pt x="1407" y="1656"/>
                </a:lnTo>
                <a:lnTo>
                  <a:pt x="1570" y="1534"/>
                </a:lnTo>
                <a:lnTo>
                  <a:pt x="1558" y="370"/>
                </a:lnTo>
                <a:lnTo>
                  <a:pt x="1467" y="0"/>
                </a:lnTo>
                <a:lnTo>
                  <a:pt x="346" y="12"/>
                </a:lnTo>
                <a:lnTo>
                  <a:pt x="121" y="55"/>
                </a:lnTo>
                <a:lnTo>
                  <a:pt x="0" y="206"/>
                </a:lnTo>
                <a:lnTo>
                  <a:pt x="30" y="1437"/>
                </a:lnTo>
                <a:close/>
              </a:path>
            </a:pathLst>
          </a:custGeom>
          <a:noFill/>
          <a:ln w="50800" cap="rnd">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91419" tIns="45710" rIns="91419" bIns="45710"/>
          <a:lstStyle/>
          <a:p>
            <a:endParaRPr lang="da-DK" sz="1633"/>
          </a:p>
        </p:txBody>
      </p:sp>
      <p:sp>
        <p:nvSpPr>
          <p:cNvPr id="36898" name="Text Box 68"/>
          <p:cNvSpPr txBox="1">
            <a:spLocks noChangeArrowheads="1"/>
          </p:cNvSpPr>
          <p:nvPr/>
        </p:nvSpPr>
        <p:spPr bwMode="auto">
          <a:xfrm>
            <a:off x="228961" y="1158121"/>
            <a:ext cx="2972160" cy="3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9" tIns="45710" rIns="91419" bIns="45710">
            <a:spAutoFit/>
          </a:bodyPr>
          <a:lstStyle/>
          <a:p>
            <a:pPr>
              <a:spcBef>
                <a:spcPct val="50000"/>
              </a:spcBef>
            </a:pPr>
            <a:r>
              <a:rPr lang="en-US" altLang="da-DK" sz="1633"/>
              <a:t>Cohesive group</a:t>
            </a:r>
          </a:p>
        </p:txBody>
      </p:sp>
    </p:spTree>
    <p:extLst>
      <p:ext uri="{BB962C8B-B14F-4D97-AF65-F5344CB8AC3E}">
        <p14:creationId xmlns:p14="http://schemas.microsoft.com/office/powerpoint/2010/main" val="41492882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roup 2"/>
          <p:cNvGrpSpPr>
            <a:grpSpLocks/>
          </p:cNvGrpSpPr>
          <p:nvPr/>
        </p:nvGrpSpPr>
        <p:grpSpPr bwMode="auto">
          <a:xfrm>
            <a:off x="676800" y="518761"/>
            <a:ext cx="7850880" cy="5654880"/>
            <a:chOff x="426" y="327"/>
            <a:chExt cx="4946" cy="3562"/>
          </a:xfrm>
        </p:grpSpPr>
        <p:sp>
          <p:nvSpPr>
            <p:cNvPr id="37923"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7924"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7925"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7926"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7927"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7928"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7929"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7930"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7931"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37932" name="AutoShape 12"/>
            <p:cNvCxnSpPr>
              <a:cxnSpLocks noChangeShapeType="1"/>
              <a:stCxn id="37925" idx="3"/>
              <a:endCxn id="37923"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33" name="AutoShape 13"/>
            <p:cNvCxnSpPr>
              <a:cxnSpLocks noChangeShapeType="1"/>
              <a:stCxn id="37923" idx="0"/>
              <a:endCxn id="37924"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34" name="AutoShape 14"/>
            <p:cNvCxnSpPr>
              <a:cxnSpLocks noChangeShapeType="1"/>
              <a:stCxn id="37924" idx="6"/>
              <a:endCxn id="37925"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35" name="AutoShape 15"/>
            <p:cNvCxnSpPr>
              <a:cxnSpLocks noChangeShapeType="1"/>
              <a:stCxn id="37924" idx="5"/>
              <a:endCxn id="37926"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36" name="AutoShape 16"/>
            <p:cNvCxnSpPr>
              <a:cxnSpLocks noChangeShapeType="1"/>
              <a:stCxn id="37925" idx="7"/>
              <a:endCxn id="37931"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37" name="AutoShape 17"/>
            <p:cNvCxnSpPr>
              <a:cxnSpLocks noChangeShapeType="1"/>
              <a:stCxn id="37931" idx="4"/>
              <a:endCxn id="37930"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38" name="AutoShape 18"/>
            <p:cNvCxnSpPr>
              <a:cxnSpLocks noChangeShapeType="1"/>
              <a:stCxn id="37925" idx="6"/>
              <a:endCxn id="37930"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39" name="AutoShape 19"/>
            <p:cNvCxnSpPr>
              <a:cxnSpLocks noChangeShapeType="1"/>
              <a:stCxn id="37930" idx="6"/>
              <a:endCxn id="37956"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0" name="AutoShape 20"/>
            <p:cNvCxnSpPr>
              <a:cxnSpLocks noChangeShapeType="1"/>
              <a:stCxn id="37926" idx="7"/>
              <a:endCxn id="37930"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1" name="AutoShape 21"/>
            <p:cNvCxnSpPr>
              <a:cxnSpLocks noChangeShapeType="1"/>
              <a:stCxn id="37930" idx="5"/>
              <a:endCxn id="37927"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2" name="AutoShape 22"/>
            <p:cNvCxnSpPr>
              <a:cxnSpLocks noChangeShapeType="1"/>
              <a:stCxn id="37956" idx="3"/>
              <a:endCxn id="37927"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3" name="AutoShape 23"/>
            <p:cNvCxnSpPr>
              <a:cxnSpLocks noChangeShapeType="1"/>
              <a:stCxn id="37927" idx="2"/>
              <a:endCxn id="37926"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4" name="AutoShape 24"/>
            <p:cNvCxnSpPr>
              <a:cxnSpLocks noChangeShapeType="1"/>
              <a:stCxn id="37926" idx="2"/>
              <a:endCxn id="37923"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5" name="AutoShape 25"/>
            <p:cNvCxnSpPr>
              <a:cxnSpLocks noChangeShapeType="1"/>
              <a:stCxn id="37926" idx="5"/>
              <a:endCxn id="37928"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6" name="AutoShape 26"/>
            <p:cNvCxnSpPr>
              <a:cxnSpLocks noChangeShapeType="1"/>
              <a:stCxn id="37927" idx="4"/>
              <a:endCxn id="37928"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7" name="AutoShape 27"/>
            <p:cNvCxnSpPr>
              <a:cxnSpLocks noChangeShapeType="1"/>
              <a:stCxn id="37929" idx="7"/>
              <a:endCxn id="37927"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8" name="AutoShape 28"/>
            <p:cNvCxnSpPr>
              <a:cxnSpLocks noChangeShapeType="1"/>
              <a:stCxn id="37923" idx="5"/>
              <a:endCxn id="37929"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49" name="AutoShape 29"/>
            <p:cNvCxnSpPr>
              <a:cxnSpLocks noChangeShapeType="1"/>
              <a:stCxn id="37926" idx="4"/>
              <a:endCxn id="37929"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50" name="AutoShape 30"/>
            <p:cNvCxnSpPr>
              <a:cxnSpLocks noChangeShapeType="1"/>
              <a:stCxn id="37929" idx="6"/>
              <a:endCxn id="37928"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7951" name="AutoShape 31"/>
            <p:cNvCxnSpPr>
              <a:cxnSpLocks noChangeShapeType="1"/>
              <a:stCxn id="37925" idx="4"/>
              <a:endCxn id="37926"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37952"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7953"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7954"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7955"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7956"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37891"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892"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893"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894"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895"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896"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7897" name="Oval 43"/>
          <p:cNvSpPr>
            <a:spLocks noChangeArrowheads="1"/>
          </p:cNvSpPr>
          <p:nvPr/>
        </p:nvSpPr>
        <p:spPr bwMode="auto">
          <a:xfrm>
            <a:off x="6181921" y="38365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7898" name="Line 44"/>
          <p:cNvSpPr>
            <a:spLocks noChangeShapeType="1"/>
          </p:cNvSpPr>
          <p:nvPr/>
        </p:nvSpPr>
        <p:spPr bwMode="auto">
          <a:xfrm flipV="1">
            <a:off x="3638881" y="4117321"/>
            <a:ext cx="26870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899" name="Line 45"/>
          <p:cNvSpPr>
            <a:spLocks noChangeShapeType="1"/>
          </p:cNvSpPr>
          <p:nvPr/>
        </p:nvSpPr>
        <p:spPr bwMode="auto">
          <a:xfrm flipH="1" flipV="1">
            <a:off x="2446561" y="4147561"/>
            <a:ext cx="1085760" cy="17150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00" name="Line 46"/>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01" name="Oval 47"/>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7902" name="Oval 48"/>
          <p:cNvSpPr>
            <a:spLocks noChangeArrowheads="1"/>
          </p:cNvSpPr>
          <p:nvPr/>
        </p:nvSpPr>
        <p:spPr bwMode="auto">
          <a:xfrm>
            <a:off x="3447361" y="57819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7903" name="Line 49"/>
          <p:cNvSpPr>
            <a:spLocks noChangeShapeType="1"/>
          </p:cNvSpPr>
          <p:nvPr/>
        </p:nvSpPr>
        <p:spPr bwMode="auto">
          <a:xfrm flipV="1">
            <a:off x="2511361" y="4032360"/>
            <a:ext cx="390096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04" name="Line 50"/>
          <p:cNvSpPr>
            <a:spLocks noChangeShapeType="1"/>
          </p:cNvSpPr>
          <p:nvPr/>
        </p:nvSpPr>
        <p:spPr bwMode="auto">
          <a:xfrm flipV="1">
            <a:off x="5244481" y="4108681"/>
            <a:ext cx="1216800" cy="18676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05" name="Line 51"/>
          <p:cNvSpPr>
            <a:spLocks noChangeShapeType="1"/>
          </p:cNvSpPr>
          <p:nvPr/>
        </p:nvSpPr>
        <p:spPr bwMode="auto">
          <a:xfrm flipH="1" flipV="1">
            <a:off x="3669120" y="5974921"/>
            <a:ext cx="1497600" cy="14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06" name="Line 52"/>
          <p:cNvSpPr>
            <a:spLocks noChangeShapeType="1"/>
          </p:cNvSpPr>
          <p:nvPr/>
        </p:nvSpPr>
        <p:spPr bwMode="auto">
          <a:xfrm flipH="1" flipV="1">
            <a:off x="2532961" y="4117321"/>
            <a:ext cx="26366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07" name="Oval 53"/>
          <p:cNvSpPr>
            <a:spLocks noChangeArrowheads="1"/>
          </p:cNvSpPr>
          <p:nvPr/>
        </p:nvSpPr>
        <p:spPr bwMode="auto">
          <a:xfrm>
            <a:off x="2304000" y="3846601"/>
            <a:ext cx="38016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7908" name="Oval 54"/>
          <p:cNvSpPr>
            <a:spLocks noChangeArrowheads="1"/>
          </p:cNvSpPr>
          <p:nvPr/>
        </p:nvSpPr>
        <p:spPr bwMode="auto">
          <a:xfrm>
            <a:off x="724321" y="38653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7909" name="Line 55"/>
          <p:cNvSpPr>
            <a:spLocks noChangeShapeType="1"/>
          </p:cNvSpPr>
          <p:nvPr/>
        </p:nvSpPr>
        <p:spPr bwMode="auto">
          <a:xfrm flipH="1">
            <a:off x="973441" y="4041001"/>
            <a:ext cx="1442880" cy="18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10" name="Line 56"/>
          <p:cNvSpPr>
            <a:spLocks noChangeShapeType="1"/>
          </p:cNvSpPr>
          <p:nvPr/>
        </p:nvSpPr>
        <p:spPr bwMode="auto">
          <a:xfrm flipH="1" flipV="1">
            <a:off x="974881" y="4128841"/>
            <a:ext cx="2548800" cy="18878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11" name="Line 57"/>
          <p:cNvSpPr>
            <a:spLocks noChangeShapeType="1"/>
          </p:cNvSpPr>
          <p:nvPr/>
        </p:nvSpPr>
        <p:spPr bwMode="auto">
          <a:xfrm flipH="1" flipV="1">
            <a:off x="1005121" y="4091401"/>
            <a:ext cx="4145760" cy="18777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12" name="Line 58"/>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13" name="Oval 59"/>
          <p:cNvSpPr>
            <a:spLocks noChangeArrowheads="1"/>
          </p:cNvSpPr>
          <p:nvPr/>
        </p:nvSpPr>
        <p:spPr bwMode="auto">
          <a:xfrm>
            <a:off x="5008321" y="57906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7914" name="Oval 60"/>
          <p:cNvSpPr>
            <a:spLocks noChangeArrowheads="1"/>
          </p:cNvSpPr>
          <p:nvPr/>
        </p:nvSpPr>
        <p:spPr bwMode="auto">
          <a:xfrm>
            <a:off x="666721" y="189972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7915" name="Line 61"/>
          <p:cNvSpPr>
            <a:spLocks noChangeShapeType="1"/>
          </p:cNvSpPr>
          <p:nvPr/>
        </p:nvSpPr>
        <p:spPr bwMode="auto">
          <a:xfrm flipH="1" flipV="1">
            <a:off x="865441" y="2127241"/>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16" name="Line 62"/>
          <p:cNvSpPr>
            <a:spLocks noChangeShapeType="1"/>
          </p:cNvSpPr>
          <p:nvPr/>
        </p:nvSpPr>
        <p:spPr bwMode="auto">
          <a:xfrm flipH="1" flipV="1">
            <a:off x="950401" y="2166121"/>
            <a:ext cx="1523520" cy="18878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17" name="Line 63"/>
          <p:cNvSpPr>
            <a:spLocks noChangeShapeType="1"/>
          </p:cNvSpPr>
          <p:nvPr/>
        </p:nvSpPr>
        <p:spPr bwMode="auto">
          <a:xfrm flipV="1">
            <a:off x="2492641" y="2137321"/>
            <a:ext cx="27360" cy="18504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18" name="Line 64"/>
          <p:cNvSpPr>
            <a:spLocks noChangeShapeType="1"/>
          </p:cNvSpPr>
          <p:nvPr/>
        </p:nvSpPr>
        <p:spPr bwMode="auto">
          <a:xfrm flipV="1">
            <a:off x="961921" y="2145961"/>
            <a:ext cx="1470240" cy="18792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19" name="Line 65"/>
          <p:cNvSpPr>
            <a:spLocks noChangeShapeType="1"/>
          </p:cNvSpPr>
          <p:nvPr/>
        </p:nvSpPr>
        <p:spPr bwMode="auto">
          <a:xfrm flipV="1">
            <a:off x="895681" y="2078281"/>
            <a:ext cx="1573920" cy="129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7920" name="Oval 66"/>
          <p:cNvSpPr>
            <a:spLocks noChangeArrowheads="1"/>
          </p:cNvSpPr>
          <p:nvPr/>
        </p:nvSpPr>
        <p:spPr bwMode="auto">
          <a:xfrm>
            <a:off x="2311201" y="189108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7921" name="Freeform 67"/>
          <p:cNvSpPr>
            <a:spLocks/>
          </p:cNvSpPr>
          <p:nvPr/>
        </p:nvSpPr>
        <p:spPr bwMode="auto">
          <a:xfrm>
            <a:off x="365760" y="2357641"/>
            <a:ext cx="8536320" cy="4023360"/>
          </a:xfrm>
          <a:custGeom>
            <a:avLst/>
            <a:gdLst>
              <a:gd name="T0" fmla="*/ 2147483647 w 5378"/>
              <a:gd name="T1" fmla="*/ 2147483647 h 2535"/>
              <a:gd name="T2" fmla="*/ 2147483647 w 5378"/>
              <a:gd name="T3" fmla="*/ 2147483647 h 2535"/>
              <a:gd name="T4" fmla="*/ 2147483647 w 5378"/>
              <a:gd name="T5" fmla="*/ 2147483647 h 2535"/>
              <a:gd name="T6" fmla="*/ 2147483647 w 5378"/>
              <a:gd name="T7" fmla="*/ 2147483647 h 2535"/>
              <a:gd name="T8" fmla="*/ 2147483647 w 5378"/>
              <a:gd name="T9" fmla="*/ 2147483647 h 2535"/>
              <a:gd name="T10" fmla="*/ 2147483647 w 5378"/>
              <a:gd name="T11" fmla="*/ 2147483647 h 2535"/>
              <a:gd name="T12" fmla="*/ 2147483647 w 5378"/>
              <a:gd name="T13" fmla="*/ 2147483647 h 2535"/>
              <a:gd name="T14" fmla="*/ 2147483647 w 5378"/>
              <a:gd name="T15" fmla="*/ 0 h 2535"/>
              <a:gd name="T16" fmla="*/ 2147483647 w 5378"/>
              <a:gd name="T17" fmla="*/ 2147483647 h 2535"/>
              <a:gd name="T18" fmla="*/ 2147483647 w 5378"/>
              <a:gd name="T19" fmla="*/ 2147483647 h 2535"/>
              <a:gd name="T20" fmla="*/ 0 w 5378"/>
              <a:gd name="T21" fmla="*/ 2147483647 h 2535"/>
              <a:gd name="T22" fmla="*/ 2147483647 w 5378"/>
              <a:gd name="T23" fmla="*/ 2147483647 h 25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78"/>
              <a:gd name="T37" fmla="*/ 0 h 2535"/>
              <a:gd name="T38" fmla="*/ 5378 w 5378"/>
              <a:gd name="T39" fmla="*/ 2535 h 25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78" h="2535">
                <a:moveTo>
                  <a:pt x="13" y="1098"/>
                </a:moveTo>
                <a:lnTo>
                  <a:pt x="1886" y="2535"/>
                </a:lnTo>
                <a:lnTo>
                  <a:pt x="3135" y="2529"/>
                </a:lnTo>
                <a:lnTo>
                  <a:pt x="4057" y="1195"/>
                </a:lnTo>
                <a:lnTo>
                  <a:pt x="5366" y="304"/>
                </a:lnTo>
                <a:lnTo>
                  <a:pt x="5378" y="134"/>
                </a:lnTo>
                <a:lnTo>
                  <a:pt x="5294" y="43"/>
                </a:lnTo>
                <a:lnTo>
                  <a:pt x="2456" y="0"/>
                </a:lnTo>
                <a:lnTo>
                  <a:pt x="1255" y="825"/>
                </a:lnTo>
                <a:lnTo>
                  <a:pt x="140" y="855"/>
                </a:lnTo>
                <a:lnTo>
                  <a:pt x="0" y="946"/>
                </a:lnTo>
                <a:lnTo>
                  <a:pt x="13" y="1098"/>
                </a:lnTo>
                <a:close/>
              </a:path>
            </a:pathLst>
          </a:custGeom>
          <a:noFill/>
          <a:ln w="50800" cap="rnd">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91419" tIns="45710" rIns="91419" bIns="45710"/>
          <a:lstStyle/>
          <a:p>
            <a:endParaRPr lang="da-DK" sz="1633"/>
          </a:p>
        </p:txBody>
      </p:sp>
      <p:sp>
        <p:nvSpPr>
          <p:cNvPr id="37922" name="Text Box 68"/>
          <p:cNvSpPr txBox="1">
            <a:spLocks noChangeArrowheads="1"/>
          </p:cNvSpPr>
          <p:nvPr/>
        </p:nvSpPr>
        <p:spPr bwMode="auto">
          <a:xfrm>
            <a:off x="5942881" y="4799881"/>
            <a:ext cx="2972160" cy="3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9" tIns="45710" rIns="91419" bIns="45710">
            <a:spAutoFit/>
          </a:bodyPr>
          <a:lstStyle/>
          <a:p>
            <a:pPr>
              <a:spcBef>
                <a:spcPct val="50000"/>
              </a:spcBef>
            </a:pPr>
            <a:r>
              <a:rPr lang="en-US" altLang="da-DK" sz="1633"/>
              <a:t>Cohesive group</a:t>
            </a:r>
          </a:p>
        </p:txBody>
      </p:sp>
    </p:spTree>
    <p:extLst>
      <p:ext uri="{BB962C8B-B14F-4D97-AF65-F5344CB8AC3E}">
        <p14:creationId xmlns:p14="http://schemas.microsoft.com/office/powerpoint/2010/main" val="4259841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4" name="Group 2"/>
          <p:cNvGrpSpPr>
            <a:grpSpLocks/>
          </p:cNvGrpSpPr>
          <p:nvPr/>
        </p:nvGrpSpPr>
        <p:grpSpPr bwMode="auto">
          <a:xfrm>
            <a:off x="676800" y="518761"/>
            <a:ext cx="7850880" cy="5654880"/>
            <a:chOff x="426" y="327"/>
            <a:chExt cx="4946" cy="3562"/>
          </a:xfrm>
        </p:grpSpPr>
        <p:sp>
          <p:nvSpPr>
            <p:cNvPr id="38949" name="Oval 3"/>
            <p:cNvSpPr>
              <a:spLocks noChangeArrowheads="1"/>
            </p:cNvSpPr>
            <p:nvPr/>
          </p:nvSpPr>
          <p:spPr bwMode="auto">
            <a:xfrm>
              <a:off x="456" y="243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8950" name="Oval 4"/>
            <p:cNvSpPr>
              <a:spLocks noChangeArrowheads="1"/>
            </p:cNvSpPr>
            <p:nvPr/>
          </p:nvSpPr>
          <p:spPr bwMode="auto">
            <a:xfrm>
              <a:off x="426" y="1206"/>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8951" name="Oval 5"/>
            <p:cNvSpPr>
              <a:spLocks noChangeArrowheads="1"/>
            </p:cNvSpPr>
            <p:nvPr/>
          </p:nvSpPr>
          <p:spPr bwMode="auto">
            <a:xfrm>
              <a:off x="1463" y="119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8952" name="Oval 6"/>
            <p:cNvSpPr>
              <a:spLocks noChangeArrowheads="1"/>
            </p:cNvSpPr>
            <p:nvPr/>
          </p:nvSpPr>
          <p:spPr bwMode="auto">
            <a:xfrm>
              <a:off x="1451" y="2430"/>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8953" name="Oval 7"/>
            <p:cNvSpPr>
              <a:spLocks noChangeArrowheads="1"/>
            </p:cNvSpPr>
            <p:nvPr/>
          </p:nvSpPr>
          <p:spPr bwMode="auto">
            <a:xfrm>
              <a:off x="3893" y="242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8954" name="Oval 8"/>
            <p:cNvSpPr>
              <a:spLocks noChangeArrowheads="1"/>
            </p:cNvSpPr>
            <p:nvPr/>
          </p:nvSpPr>
          <p:spPr bwMode="auto">
            <a:xfrm>
              <a:off x="3153" y="3649"/>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8955" name="Oval 9"/>
            <p:cNvSpPr>
              <a:spLocks noChangeArrowheads="1"/>
            </p:cNvSpPr>
            <p:nvPr/>
          </p:nvSpPr>
          <p:spPr bwMode="auto">
            <a:xfrm>
              <a:off x="2177" y="3643"/>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8956" name="Oval 10"/>
            <p:cNvSpPr>
              <a:spLocks noChangeArrowheads="1"/>
            </p:cNvSpPr>
            <p:nvPr/>
          </p:nvSpPr>
          <p:spPr bwMode="auto">
            <a:xfrm>
              <a:off x="2668" y="1594"/>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sp>
          <p:nvSpPr>
            <p:cNvPr id="38957" name="Oval 11"/>
            <p:cNvSpPr>
              <a:spLocks noChangeArrowheads="1"/>
            </p:cNvSpPr>
            <p:nvPr/>
          </p:nvSpPr>
          <p:spPr bwMode="auto">
            <a:xfrm>
              <a:off x="2680" y="327"/>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cxnSp>
          <p:nvCxnSpPr>
            <p:cNvPr id="38958" name="AutoShape 12"/>
            <p:cNvCxnSpPr>
              <a:cxnSpLocks noChangeShapeType="1"/>
              <a:stCxn id="38951" idx="3"/>
              <a:endCxn id="38949" idx="7"/>
            </p:cNvCxnSpPr>
            <p:nvPr/>
          </p:nvCxnSpPr>
          <p:spPr bwMode="auto">
            <a:xfrm flipH="1">
              <a:off x="661" y="1404"/>
              <a:ext cx="837" cy="106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59" name="AutoShape 13"/>
            <p:cNvCxnSpPr>
              <a:cxnSpLocks noChangeShapeType="1"/>
              <a:stCxn id="38949" idx="0"/>
              <a:endCxn id="38950" idx="4"/>
            </p:cNvCxnSpPr>
            <p:nvPr/>
          </p:nvCxnSpPr>
          <p:spPr bwMode="auto">
            <a:xfrm flipH="1" flipV="1">
              <a:off x="546" y="1446"/>
              <a:ext cx="30" cy="99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0" name="AutoShape 14"/>
            <p:cNvCxnSpPr>
              <a:cxnSpLocks noChangeShapeType="1"/>
              <a:stCxn id="38950" idx="6"/>
              <a:endCxn id="38951" idx="2"/>
            </p:cNvCxnSpPr>
            <p:nvPr/>
          </p:nvCxnSpPr>
          <p:spPr bwMode="auto">
            <a:xfrm flipV="1">
              <a:off x="666" y="1319"/>
              <a:ext cx="797" cy="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1" name="AutoShape 15"/>
            <p:cNvCxnSpPr>
              <a:cxnSpLocks noChangeShapeType="1"/>
              <a:stCxn id="38950" idx="5"/>
              <a:endCxn id="38952" idx="1"/>
            </p:cNvCxnSpPr>
            <p:nvPr/>
          </p:nvCxnSpPr>
          <p:spPr bwMode="auto">
            <a:xfrm>
              <a:off x="631" y="1411"/>
              <a:ext cx="855" cy="1054"/>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2" name="AutoShape 16"/>
            <p:cNvCxnSpPr>
              <a:cxnSpLocks noChangeShapeType="1"/>
              <a:stCxn id="38951" idx="7"/>
              <a:endCxn id="38957" idx="3"/>
            </p:cNvCxnSpPr>
            <p:nvPr/>
          </p:nvCxnSpPr>
          <p:spPr bwMode="auto">
            <a:xfrm flipV="1">
              <a:off x="1668" y="532"/>
              <a:ext cx="1047" cy="70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3" name="AutoShape 17"/>
            <p:cNvCxnSpPr>
              <a:cxnSpLocks noChangeShapeType="1"/>
              <a:stCxn id="38957" idx="4"/>
              <a:endCxn id="38956" idx="0"/>
            </p:cNvCxnSpPr>
            <p:nvPr/>
          </p:nvCxnSpPr>
          <p:spPr bwMode="auto">
            <a:xfrm flipH="1">
              <a:off x="2788" y="567"/>
              <a:ext cx="12" cy="102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4" name="AutoShape 18"/>
            <p:cNvCxnSpPr>
              <a:cxnSpLocks noChangeShapeType="1"/>
              <a:stCxn id="38951" idx="6"/>
              <a:endCxn id="38956" idx="2"/>
            </p:cNvCxnSpPr>
            <p:nvPr/>
          </p:nvCxnSpPr>
          <p:spPr bwMode="auto">
            <a:xfrm>
              <a:off x="1703" y="1319"/>
              <a:ext cx="965" cy="395"/>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5" name="AutoShape 19"/>
            <p:cNvCxnSpPr>
              <a:cxnSpLocks noChangeShapeType="1"/>
              <a:stCxn id="38956" idx="6"/>
              <a:endCxn id="38982" idx="2"/>
            </p:cNvCxnSpPr>
            <p:nvPr/>
          </p:nvCxnSpPr>
          <p:spPr bwMode="auto">
            <a:xfrm>
              <a:off x="2908" y="1714"/>
              <a:ext cx="2224" cy="17"/>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6" name="AutoShape 20"/>
            <p:cNvCxnSpPr>
              <a:cxnSpLocks noChangeShapeType="1"/>
              <a:stCxn id="38952" idx="7"/>
              <a:endCxn id="38956" idx="3"/>
            </p:cNvCxnSpPr>
            <p:nvPr/>
          </p:nvCxnSpPr>
          <p:spPr bwMode="auto">
            <a:xfrm flipV="1">
              <a:off x="1656" y="1799"/>
              <a:ext cx="1047" cy="66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7" name="AutoShape 21"/>
            <p:cNvCxnSpPr>
              <a:cxnSpLocks noChangeShapeType="1"/>
              <a:stCxn id="38956" idx="5"/>
              <a:endCxn id="38953" idx="1"/>
            </p:cNvCxnSpPr>
            <p:nvPr/>
          </p:nvCxnSpPr>
          <p:spPr bwMode="auto">
            <a:xfrm>
              <a:off x="2873" y="1799"/>
              <a:ext cx="1055" cy="66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8" name="AutoShape 22"/>
            <p:cNvCxnSpPr>
              <a:cxnSpLocks noChangeShapeType="1"/>
              <a:stCxn id="38982" idx="3"/>
              <a:endCxn id="38953" idx="7"/>
            </p:cNvCxnSpPr>
            <p:nvPr/>
          </p:nvCxnSpPr>
          <p:spPr bwMode="auto">
            <a:xfrm flipH="1">
              <a:off x="4098" y="1816"/>
              <a:ext cx="1069" cy="643"/>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69" name="AutoShape 23"/>
            <p:cNvCxnSpPr>
              <a:cxnSpLocks noChangeShapeType="1"/>
              <a:stCxn id="38953" idx="2"/>
              <a:endCxn id="38952" idx="6"/>
            </p:cNvCxnSpPr>
            <p:nvPr/>
          </p:nvCxnSpPr>
          <p:spPr bwMode="auto">
            <a:xfrm flipH="1">
              <a:off x="1691" y="2544"/>
              <a:ext cx="2202"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70" name="AutoShape 24"/>
            <p:cNvCxnSpPr>
              <a:cxnSpLocks noChangeShapeType="1"/>
              <a:stCxn id="38952" idx="2"/>
              <a:endCxn id="38949" idx="6"/>
            </p:cNvCxnSpPr>
            <p:nvPr/>
          </p:nvCxnSpPr>
          <p:spPr bwMode="auto">
            <a:xfrm flipH="1">
              <a:off x="696" y="2550"/>
              <a:ext cx="755"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71" name="AutoShape 25"/>
            <p:cNvCxnSpPr>
              <a:cxnSpLocks noChangeShapeType="1"/>
              <a:stCxn id="38952" idx="5"/>
              <a:endCxn id="38954" idx="1"/>
            </p:cNvCxnSpPr>
            <p:nvPr/>
          </p:nvCxnSpPr>
          <p:spPr bwMode="auto">
            <a:xfrm>
              <a:off x="1656" y="2635"/>
              <a:ext cx="1532"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72" name="AutoShape 26"/>
            <p:cNvCxnSpPr>
              <a:cxnSpLocks noChangeShapeType="1"/>
              <a:stCxn id="38953" idx="4"/>
              <a:endCxn id="38954" idx="7"/>
            </p:cNvCxnSpPr>
            <p:nvPr/>
          </p:nvCxnSpPr>
          <p:spPr bwMode="auto">
            <a:xfrm flipH="1">
              <a:off x="3358" y="2664"/>
              <a:ext cx="655" cy="1020"/>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73" name="AutoShape 27"/>
            <p:cNvCxnSpPr>
              <a:cxnSpLocks noChangeShapeType="1"/>
              <a:stCxn id="38955" idx="7"/>
              <a:endCxn id="38953" idx="3"/>
            </p:cNvCxnSpPr>
            <p:nvPr/>
          </p:nvCxnSpPr>
          <p:spPr bwMode="auto">
            <a:xfrm flipV="1">
              <a:off x="2382" y="2629"/>
              <a:ext cx="1546" cy="1049"/>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74" name="AutoShape 28"/>
            <p:cNvCxnSpPr>
              <a:cxnSpLocks noChangeShapeType="1"/>
              <a:stCxn id="38949" idx="5"/>
              <a:endCxn id="38955" idx="2"/>
            </p:cNvCxnSpPr>
            <p:nvPr/>
          </p:nvCxnSpPr>
          <p:spPr bwMode="auto">
            <a:xfrm>
              <a:off x="661" y="2641"/>
              <a:ext cx="1516" cy="1122"/>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75" name="AutoShape 29"/>
            <p:cNvCxnSpPr>
              <a:cxnSpLocks noChangeShapeType="1"/>
              <a:stCxn id="38952" idx="4"/>
              <a:endCxn id="38955" idx="1"/>
            </p:cNvCxnSpPr>
            <p:nvPr/>
          </p:nvCxnSpPr>
          <p:spPr bwMode="auto">
            <a:xfrm>
              <a:off x="1571" y="2670"/>
              <a:ext cx="641" cy="1008"/>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76" name="AutoShape 30"/>
            <p:cNvCxnSpPr>
              <a:cxnSpLocks noChangeShapeType="1"/>
              <a:stCxn id="38955" idx="6"/>
              <a:endCxn id="38954" idx="2"/>
            </p:cNvCxnSpPr>
            <p:nvPr/>
          </p:nvCxnSpPr>
          <p:spPr bwMode="auto">
            <a:xfrm>
              <a:off x="2417" y="3763"/>
              <a:ext cx="736" cy="6"/>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cxnSp>
          <p:nvCxnSpPr>
            <p:cNvPr id="38977" name="AutoShape 31"/>
            <p:cNvCxnSpPr>
              <a:cxnSpLocks noChangeShapeType="1"/>
              <a:stCxn id="38951" idx="4"/>
              <a:endCxn id="38952" idx="0"/>
            </p:cNvCxnSpPr>
            <p:nvPr/>
          </p:nvCxnSpPr>
          <p:spPr bwMode="auto">
            <a:xfrm flipH="1">
              <a:off x="1571" y="1439"/>
              <a:ext cx="12" cy="991"/>
            </a:xfrm>
            <a:prstGeom prst="straightConnector1">
              <a:avLst/>
            </a:prstGeom>
            <a:noFill/>
            <a:ln w="50800">
              <a:solidFill>
                <a:schemeClr val="tx1"/>
              </a:solidFill>
              <a:round/>
              <a:headEnd/>
              <a:tailEnd/>
            </a:ln>
            <a:extLst>
              <a:ext uri="{909E8E84-426E-40DD-AFC4-6F175D3DCCD1}">
                <a14:hiddenFill xmlns:a14="http://schemas.microsoft.com/office/drawing/2010/main">
                  <a:noFill/>
                </a14:hiddenFill>
              </a:ext>
            </a:extLst>
          </p:spPr>
        </p:cxnSp>
        <p:sp>
          <p:nvSpPr>
            <p:cNvPr id="38978" name="Line 32"/>
            <p:cNvSpPr>
              <a:spLocks noChangeShapeType="1"/>
            </p:cNvSpPr>
            <p:nvPr/>
          </p:nvSpPr>
          <p:spPr bwMode="auto">
            <a:xfrm flipH="1" flipV="1">
              <a:off x="649" y="2589"/>
              <a:ext cx="2571" cy="115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8979" name="Line 33"/>
            <p:cNvSpPr>
              <a:spLocks noChangeShapeType="1"/>
            </p:cNvSpPr>
            <p:nvPr/>
          </p:nvSpPr>
          <p:spPr bwMode="auto">
            <a:xfrm flipV="1">
              <a:off x="1552" y="1746"/>
              <a:ext cx="3705" cy="78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8980" name="Line 34"/>
            <p:cNvSpPr>
              <a:spLocks noChangeShapeType="1"/>
            </p:cNvSpPr>
            <p:nvPr/>
          </p:nvSpPr>
          <p:spPr bwMode="auto">
            <a:xfrm flipH="1" flipV="1">
              <a:off x="2795" y="1704"/>
              <a:ext cx="479" cy="207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8981" name="Line 35"/>
            <p:cNvSpPr>
              <a:spLocks noChangeShapeType="1"/>
            </p:cNvSpPr>
            <p:nvPr/>
          </p:nvSpPr>
          <p:spPr bwMode="auto">
            <a:xfrm flipV="1">
              <a:off x="2280" y="1710"/>
              <a:ext cx="491" cy="2043"/>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da-DK" sz="1633"/>
            </a:p>
          </p:txBody>
        </p:sp>
        <p:sp>
          <p:nvSpPr>
            <p:cNvPr id="38982" name="Oval 36"/>
            <p:cNvSpPr>
              <a:spLocks noChangeArrowheads="1"/>
            </p:cNvSpPr>
            <p:nvPr/>
          </p:nvSpPr>
          <p:spPr bwMode="auto">
            <a:xfrm>
              <a:off x="5132" y="1611"/>
              <a:ext cx="240" cy="240"/>
            </a:xfrm>
            <a:prstGeom prst="ellipse">
              <a:avLst/>
            </a:prstGeom>
            <a:solidFill>
              <a:srgbClr val="000000"/>
            </a:solidFill>
            <a:ln w="9525">
              <a:solidFill>
                <a:schemeClr val="tx1"/>
              </a:solidFill>
              <a:round/>
              <a:headEnd/>
              <a:tailEnd/>
            </a:ln>
          </p:spPr>
          <p:txBody>
            <a:bodyPr wrap="none" anchor="ctr"/>
            <a:lstStyle/>
            <a:p>
              <a:endParaRPr lang="da-DK" altLang="da-DK" sz="1633"/>
            </a:p>
          </p:txBody>
        </p:sp>
      </p:grpSp>
      <p:sp>
        <p:nvSpPr>
          <p:cNvPr id="38915" name="Line 37"/>
          <p:cNvSpPr>
            <a:spLocks noChangeShapeType="1"/>
          </p:cNvSpPr>
          <p:nvPr/>
        </p:nvSpPr>
        <p:spPr bwMode="auto">
          <a:xfrm>
            <a:off x="4465441" y="2714761"/>
            <a:ext cx="3879360" cy="288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16" name="Line 38"/>
          <p:cNvSpPr>
            <a:spLocks noChangeShapeType="1"/>
          </p:cNvSpPr>
          <p:nvPr/>
        </p:nvSpPr>
        <p:spPr bwMode="auto">
          <a:xfrm flipV="1">
            <a:off x="6353281" y="2798281"/>
            <a:ext cx="1994400" cy="118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17" name="Line 39"/>
          <p:cNvSpPr>
            <a:spLocks noChangeShapeType="1"/>
          </p:cNvSpPr>
          <p:nvPr/>
        </p:nvSpPr>
        <p:spPr bwMode="auto">
          <a:xfrm flipV="1">
            <a:off x="2445121" y="2770921"/>
            <a:ext cx="5882400" cy="12513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18" name="Line 40"/>
          <p:cNvSpPr>
            <a:spLocks noChangeShapeType="1"/>
          </p:cNvSpPr>
          <p:nvPr/>
        </p:nvSpPr>
        <p:spPr bwMode="auto">
          <a:xfrm flipV="1">
            <a:off x="2417761" y="2770921"/>
            <a:ext cx="2003040" cy="1281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19" name="Line 41"/>
          <p:cNvSpPr>
            <a:spLocks noChangeShapeType="1"/>
          </p:cNvSpPr>
          <p:nvPr/>
        </p:nvSpPr>
        <p:spPr bwMode="auto">
          <a:xfrm>
            <a:off x="4390561" y="2755081"/>
            <a:ext cx="1994400" cy="12456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20" name="Oval 42"/>
          <p:cNvSpPr>
            <a:spLocks noChangeArrowheads="1"/>
          </p:cNvSpPr>
          <p:nvPr/>
        </p:nvSpPr>
        <p:spPr bwMode="auto">
          <a:xfrm>
            <a:off x="8154721" y="25563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8921" name="Oval 43"/>
          <p:cNvSpPr>
            <a:spLocks noChangeArrowheads="1"/>
          </p:cNvSpPr>
          <p:nvPr/>
        </p:nvSpPr>
        <p:spPr bwMode="auto">
          <a:xfrm>
            <a:off x="6181921" y="38365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8922" name="Line 44"/>
          <p:cNvSpPr>
            <a:spLocks noChangeShapeType="1"/>
          </p:cNvSpPr>
          <p:nvPr/>
        </p:nvSpPr>
        <p:spPr bwMode="auto">
          <a:xfrm flipV="1">
            <a:off x="3638881" y="4117321"/>
            <a:ext cx="26870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23" name="Line 45"/>
          <p:cNvSpPr>
            <a:spLocks noChangeShapeType="1"/>
          </p:cNvSpPr>
          <p:nvPr/>
        </p:nvSpPr>
        <p:spPr bwMode="auto">
          <a:xfrm flipH="1" flipV="1">
            <a:off x="2446561" y="4147561"/>
            <a:ext cx="1085760" cy="17150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24" name="Line 46"/>
          <p:cNvSpPr>
            <a:spLocks noChangeShapeType="1"/>
          </p:cNvSpPr>
          <p:nvPr/>
        </p:nvSpPr>
        <p:spPr bwMode="auto">
          <a:xfrm flipV="1">
            <a:off x="3628801" y="2743561"/>
            <a:ext cx="761760" cy="3186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25" name="Oval 47"/>
          <p:cNvSpPr>
            <a:spLocks noChangeArrowheads="1"/>
          </p:cNvSpPr>
          <p:nvPr/>
        </p:nvSpPr>
        <p:spPr bwMode="auto">
          <a:xfrm>
            <a:off x="4229281" y="251748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8926" name="Oval 48"/>
          <p:cNvSpPr>
            <a:spLocks noChangeArrowheads="1"/>
          </p:cNvSpPr>
          <p:nvPr/>
        </p:nvSpPr>
        <p:spPr bwMode="auto">
          <a:xfrm>
            <a:off x="3447361" y="578196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8927" name="Line 49"/>
          <p:cNvSpPr>
            <a:spLocks noChangeShapeType="1"/>
          </p:cNvSpPr>
          <p:nvPr/>
        </p:nvSpPr>
        <p:spPr bwMode="auto">
          <a:xfrm flipV="1">
            <a:off x="2511361" y="4032360"/>
            <a:ext cx="3900960" cy="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28" name="Line 50"/>
          <p:cNvSpPr>
            <a:spLocks noChangeShapeType="1"/>
          </p:cNvSpPr>
          <p:nvPr/>
        </p:nvSpPr>
        <p:spPr bwMode="auto">
          <a:xfrm flipV="1">
            <a:off x="5244481" y="4108681"/>
            <a:ext cx="1216800" cy="186768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29" name="Line 51"/>
          <p:cNvSpPr>
            <a:spLocks noChangeShapeType="1"/>
          </p:cNvSpPr>
          <p:nvPr/>
        </p:nvSpPr>
        <p:spPr bwMode="auto">
          <a:xfrm flipH="1" flipV="1">
            <a:off x="3669120" y="5974921"/>
            <a:ext cx="1497600" cy="14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30" name="Line 52"/>
          <p:cNvSpPr>
            <a:spLocks noChangeShapeType="1"/>
          </p:cNvSpPr>
          <p:nvPr/>
        </p:nvSpPr>
        <p:spPr bwMode="auto">
          <a:xfrm flipH="1" flipV="1">
            <a:off x="2532961" y="4117321"/>
            <a:ext cx="2636640" cy="18115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31" name="Oval 53"/>
          <p:cNvSpPr>
            <a:spLocks noChangeArrowheads="1"/>
          </p:cNvSpPr>
          <p:nvPr/>
        </p:nvSpPr>
        <p:spPr bwMode="auto">
          <a:xfrm>
            <a:off x="2304000" y="3846601"/>
            <a:ext cx="38016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8932" name="Oval 54"/>
          <p:cNvSpPr>
            <a:spLocks noChangeArrowheads="1"/>
          </p:cNvSpPr>
          <p:nvPr/>
        </p:nvSpPr>
        <p:spPr bwMode="auto">
          <a:xfrm>
            <a:off x="724321" y="3865321"/>
            <a:ext cx="38016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8933" name="Line 55"/>
          <p:cNvSpPr>
            <a:spLocks noChangeShapeType="1"/>
          </p:cNvSpPr>
          <p:nvPr/>
        </p:nvSpPr>
        <p:spPr bwMode="auto">
          <a:xfrm flipH="1">
            <a:off x="973441" y="4041001"/>
            <a:ext cx="1442880" cy="1872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34" name="Line 56"/>
          <p:cNvSpPr>
            <a:spLocks noChangeShapeType="1"/>
          </p:cNvSpPr>
          <p:nvPr/>
        </p:nvSpPr>
        <p:spPr bwMode="auto">
          <a:xfrm flipH="1" flipV="1">
            <a:off x="974881" y="4128841"/>
            <a:ext cx="2548800" cy="18878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35" name="Line 57"/>
          <p:cNvSpPr>
            <a:spLocks noChangeShapeType="1"/>
          </p:cNvSpPr>
          <p:nvPr/>
        </p:nvSpPr>
        <p:spPr bwMode="auto">
          <a:xfrm flipH="1" flipV="1">
            <a:off x="1005121" y="4091401"/>
            <a:ext cx="4145760" cy="18777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36" name="Line 58"/>
          <p:cNvSpPr>
            <a:spLocks noChangeShapeType="1"/>
          </p:cNvSpPr>
          <p:nvPr/>
        </p:nvSpPr>
        <p:spPr bwMode="auto">
          <a:xfrm flipH="1" flipV="1">
            <a:off x="4458241" y="2760841"/>
            <a:ext cx="728640" cy="32342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37" name="Oval 59"/>
          <p:cNvSpPr>
            <a:spLocks noChangeArrowheads="1"/>
          </p:cNvSpPr>
          <p:nvPr/>
        </p:nvSpPr>
        <p:spPr bwMode="auto">
          <a:xfrm>
            <a:off x="5008321" y="579060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8938" name="Oval 60"/>
          <p:cNvSpPr>
            <a:spLocks noChangeArrowheads="1"/>
          </p:cNvSpPr>
          <p:nvPr/>
        </p:nvSpPr>
        <p:spPr bwMode="auto">
          <a:xfrm>
            <a:off x="666721" y="1899721"/>
            <a:ext cx="381600" cy="38160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8939" name="Line 61"/>
          <p:cNvSpPr>
            <a:spLocks noChangeShapeType="1"/>
          </p:cNvSpPr>
          <p:nvPr/>
        </p:nvSpPr>
        <p:spPr bwMode="auto">
          <a:xfrm flipH="1" flipV="1">
            <a:off x="865441" y="2127241"/>
            <a:ext cx="59040" cy="19065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40" name="Line 62"/>
          <p:cNvSpPr>
            <a:spLocks noChangeShapeType="1"/>
          </p:cNvSpPr>
          <p:nvPr/>
        </p:nvSpPr>
        <p:spPr bwMode="auto">
          <a:xfrm flipH="1" flipV="1">
            <a:off x="950401" y="2166121"/>
            <a:ext cx="1523520" cy="188784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41" name="Line 63"/>
          <p:cNvSpPr>
            <a:spLocks noChangeShapeType="1"/>
          </p:cNvSpPr>
          <p:nvPr/>
        </p:nvSpPr>
        <p:spPr bwMode="auto">
          <a:xfrm flipV="1">
            <a:off x="2492641" y="2137321"/>
            <a:ext cx="27360" cy="18504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42" name="Line 64"/>
          <p:cNvSpPr>
            <a:spLocks noChangeShapeType="1"/>
          </p:cNvSpPr>
          <p:nvPr/>
        </p:nvSpPr>
        <p:spPr bwMode="auto">
          <a:xfrm flipV="1">
            <a:off x="961921" y="2145961"/>
            <a:ext cx="1470240" cy="187920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43" name="Line 65"/>
          <p:cNvSpPr>
            <a:spLocks noChangeShapeType="1"/>
          </p:cNvSpPr>
          <p:nvPr/>
        </p:nvSpPr>
        <p:spPr bwMode="auto">
          <a:xfrm flipV="1">
            <a:off x="895681" y="2078281"/>
            <a:ext cx="1573920" cy="12960"/>
          </a:xfrm>
          <a:prstGeom prst="line">
            <a:avLst/>
          </a:prstGeom>
          <a:noFill/>
          <a:ln w="63500">
            <a:solidFill>
              <a:srgbClr val="3366FF"/>
            </a:solidFill>
            <a:round/>
            <a:headEnd/>
            <a:tailEnd/>
          </a:ln>
          <a:extLst>
            <a:ext uri="{909E8E84-426E-40DD-AFC4-6F175D3DCCD1}">
              <a14:hiddenFill xmlns:a14="http://schemas.microsoft.com/office/drawing/2010/main">
                <a:noFill/>
              </a14:hiddenFill>
            </a:ext>
          </a:extLst>
        </p:spPr>
        <p:txBody>
          <a:bodyPr lIns="91419" tIns="45710" rIns="91419" bIns="45710"/>
          <a:lstStyle/>
          <a:p>
            <a:endParaRPr lang="da-DK" sz="1633"/>
          </a:p>
        </p:txBody>
      </p:sp>
      <p:sp>
        <p:nvSpPr>
          <p:cNvPr id="38944" name="Oval 66"/>
          <p:cNvSpPr>
            <a:spLocks noChangeArrowheads="1"/>
          </p:cNvSpPr>
          <p:nvPr/>
        </p:nvSpPr>
        <p:spPr bwMode="auto">
          <a:xfrm>
            <a:off x="2311201" y="1891081"/>
            <a:ext cx="381600" cy="380160"/>
          </a:xfrm>
          <a:prstGeom prst="ellipse">
            <a:avLst/>
          </a:prstGeom>
          <a:solidFill>
            <a:srgbClr val="3366FF"/>
          </a:solidFill>
          <a:ln w="25400">
            <a:solidFill>
              <a:srgbClr val="3366FF"/>
            </a:solidFill>
            <a:round/>
            <a:headEnd/>
            <a:tailEnd/>
          </a:ln>
        </p:spPr>
        <p:txBody>
          <a:bodyPr wrap="none" lIns="91419" tIns="45710" rIns="91419" bIns="45710" anchor="ctr"/>
          <a:lstStyle/>
          <a:p>
            <a:endParaRPr lang="da-DK" altLang="da-DK" sz="1633"/>
          </a:p>
        </p:txBody>
      </p:sp>
      <p:sp>
        <p:nvSpPr>
          <p:cNvPr id="38945" name="Oval 67"/>
          <p:cNvSpPr>
            <a:spLocks noChangeArrowheads="1"/>
          </p:cNvSpPr>
          <p:nvPr/>
        </p:nvSpPr>
        <p:spPr bwMode="auto">
          <a:xfrm>
            <a:off x="2302561" y="3845160"/>
            <a:ext cx="380160" cy="380160"/>
          </a:xfrm>
          <a:prstGeom prst="ellipse">
            <a:avLst/>
          </a:prstGeom>
          <a:solidFill>
            <a:srgbClr val="00FFFF"/>
          </a:solidFill>
          <a:ln w="25400">
            <a:solidFill>
              <a:srgbClr val="00FFFF"/>
            </a:solidFill>
            <a:round/>
            <a:headEnd/>
            <a:tailEnd/>
          </a:ln>
        </p:spPr>
        <p:txBody>
          <a:bodyPr wrap="none" lIns="91419" tIns="45710" rIns="91419" bIns="45710" anchor="ctr"/>
          <a:lstStyle/>
          <a:p>
            <a:endParaRPr lang="da-DK" altLang="da-DK" sz="1633"/>
          </a:p>
        </p:txBody>
      </p:sp>
      <p:sp>
        <p:nvSpPr>
          <p:cNvPr id="38946" name="Oval 68"/>
          <p:cNvSpPr>
            <a:spLocks noChangeArrowheads="1"/>
          </p:cNvSpPr>
          <p:nvPr/>
        </p:nvSpPr>
        <p:spPr bwMode="auto">
          <a:xfrm>
            <a:off x="722880" y="3863881"/>
            <a:ext cx="380160" cy="381600"/>
          </a:xfrm>
          <a:prstGeom prst="ellipse">
            <a:avLst/>
          </a:prstGeom>
          <a:solidFill>
            <a:srgbClr val="00FFFF"/>
          </a:solidFill>
          <a:ln w="25400">
            <a:solidFill>
              <a:srgbClr val="00FFFF"/>
            </a:solidFill>
            <a:round/>
            <a:headEnd/>
            <a:tailEnd/>
          </a:ln>
        </p:spPr>
        <p:txBody>
          <a:bodyPr wrap="none" lIns="91419" tIns="45710" rIns="91419" bIns="45710" anchor="ctr"/>
          <a:lstStyle/>
          <a:p>
            <a:endParaRPr lang="da-DK" altLang="da-DK" sz="1633"/>
          </a:p>
        </p:txBody>
      </p:sp>
      <p:sp>
        <p:nvSpPr>
          <p:cNvPr id="38947" name="Freeform 69"/>
          <p:cNvSpPr>
            <a:spLocks/>
          </p:cNvSpPr>
          <p:nvPr/>
        </p:nvSpPr>
        <p:spPr bwMode="auto">
          <a:xfrm>
            <a:off x="443521" y="1722601"/>
            <a:ext cx="2491200" cy="2628000"/>
          </a:xfrm>
          <a:custGeom>
            <a:avLst/>
            <a:gdLst>
              <a:gd name="T0" fmla="*/ 2147483647 w 1570"/>
              <a:gd name="T1" fmla="*/ 2147483647 h 1656"/>
              <a:gd name="T2" fmla="*/ 2147483647 w 1570"/>
              <a:gd name="T3" fmla="*/ 2147483647 h 1656"/>
              <a:gd name="T4" fmla="*/ 2147483647 w 1570"/>
              <a:gd name="T5" fmla="*/ 2147483647 h 1656"/>
              <a:gd name="T6" fmla="*/ 2147483647 w 1570"/>
              <a:gd name="T7" fmla="*/ 2147483647 h 1656"/>
              <a:gd name="T8" fmla="*/ 2147483647 w 1570"/>
              <a:gd name="T9" fmla="*/ 2147483647 h 1656"/>
              <a:gd name="T10" fmla="*/ 2147483647 w 1570"/>
              <a:gd name="T11" fmla="*/ 0 h 1656"/>
              <a:gd name="T12" fmla="*/ 2147483647 w 1570"/>
              <a:gd name="T13" fmla="*/ 2147483647 h 1656"/>
              <a:gd name="T14" fmla="*/ 2147483647 w 1570"/>
              <a:gd name="T15" fmla="*/ 2147483647 h 1656"/>
              <a:gd name="T16" fmla="*/ 0 w 1570"/>
              <a:gd name="T17" fmla="*/ 2147483647 h 1656"/>
              <a:gd name="T18" fmla="*/ 2147483647 w 1570"/>
              <a:gd name="T19" fmla="*/ 2147483647 h 16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0"/>
              <a:gd name="T31" fmla="*/ 0 h 1656"/>
              <a:gd name="T32" fmla="*/ 1570 w 1570"/>
              <a:gd name="T33" fmla="*/ 1656 h 16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0" h="1656">
                <a:moveTo>
                  <a:pt x="30" y="1437"/>
                </a:moveTo>
                <a:lnTo>
                  <a:pt x="133" y="1637"/>
                </a:lnTo>
                <a:lnTo>
                  <a:pt x="1407" y="1656"/>
                </a:lnTo>
                <a:lnTo>
                  <a:pt x="1570" y="1534"/>
                </a:lnTo>
                <a:lnTo>
                  <a:pt x="1558" y="370"/>
                </a:lnTo>
                <a:lnTo>
                  <a:pt x="1467" y="0"/>
                </a:lnTo>
                <a:lnTo>
                  <a:pt x="346" y="12"/>
                </a:lnTo>
                <a:lnTo>
                  <a:pt x="121" y="55"/>
                </a:lnTo>
                <a:lnTo>
                  <a:pt x="0" y="206"/>
                </a:lnTo>
                <a:lnTo>
                  <a:pt x="30" y="1437"/>
                </a:lnTo>
                <a:close/>
              </a:path>
            </a:pathLst>
          </a:custGeom>
          <a:noFill/>
          <a:ln w="50800" cap="rnd">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91419" tIns="45710" rIns="91419" bIns="45710"/>
          <a:lstStyle/>
          <a:p>
            <a:endParaRPr lang="da-DK" sz="1633"/>
          </a:p>
        </p:txBody>
      </p:sp>
      <p:sp>
        <p:nvSpPr>
          <p:cNvPr id="38948" name="Freeform 70"/>
          <p:cNvSpPr>
            <a:spLocks/>
          </p:cNvSpPr>
          <p:nvPr/>
        </p:nvSpPr>
        <p:spPr bwMode="auto">
          <a:xfrm>
            <a:off x="326881" y="2357641"/>
            <a:ext cx="8575200" cy="4158720"/>
          </a:xfrm>
          <a:custGeom>
            <a:avLst/>
            <a:gdLst>
              <a:gd name="T0" fmla="*/ 2147483647 w 5378"/>
              <a:gd name="T1" fmla="*/ 2147483647 h 2535"/>
              <a:gd name="T2" fmla="*/ 2147483647 w 5378"/>
              <a:gd name="T3" fmla="*/ 2147483647 h 2535"/>
              <a:gd name="T4" fmla="*/ 2147483647 w 5378"/>
              <a:gd name="T5" fmla="*/ 2147483647 h 2535"/>
              <a:gd name="T6" fmla="*/ 2147483647 w 5378"/>
              <a:gd name="T7" fmla="*/ 2147483647 h 2535"/>
              <a:gd name="T8" fmla="*/ 2147483647 w 5378"/>
              <a:gd name="T9" fmla="*/ 2147483647 h 2535"/>
              <a:gd name="T10" fmla="*/ 2147483647 w 5378"/>
              <a:gd name="T11" fmla="*/ 2147483647 h 2535"/>
              <a:gd name="T12" fmla="*/ 2147483647 w 5378"/>
              <a:gd name="T13" fmla="*/ 2147483647 h 2535"/>
              <a:gd name="T14" fmla="*/ 2147483647 w 5378"/>
              <a:gd name="T15" fmla="*/ 0 h 2535"/>
              <a:gd name="T16" fmla="*/ 2147483647 w 5378"/>
              <a:gd name="T17" fmla="*/ 2147483647 h 2535"/>
              <a:gd name="T18" fmla="*/ 2147483647 w 5378"/>
              <a:gd name="T19" fmla="*/ 2147483647 h 2535"/>
              <a:gd name="T20" fmla="*/ 0 w 5378"/>
              <a:gd name="T21" fmla="*/ 2147483647 h 2535"/>
              <a:gd name="T22" fmla="*/ 2147483647 w 5378"/>
              <a:gd name="T23" fmla="*/ 2147483647 h 25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78"/>
              <a:gd name="T37" fmla="*/ 0 h 2535"/>
              <a:gd name="T38" fmla="*/ 5378 w 5378"/>
              <a:gd name="T39" fmla="*/ 2535 h 25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78" h="2535">
                <a:moveTo>
                  <a:pt x="13" y="1098"/>
                </a:moveTo>
                <a:lnTo>
                  <a:pt x="1886" y="2535"/>
                </a:lnTo>
                <a:lnTo>
                  <a:pt x="3135" y="2529"/>
                </a:lnTo>
                <a:lnTo>
                  <a:pt x="4057" y="1195"/>
                </a:lnTo>
                <a:lnTo>
                  <a:pt x="5366" y="304"/>
                </a:lnTo>
                <a:lnTo>
                  <a:pt x="5378" y="134"/>
                </a:lnTo>
                <a:lnTo>
                  <a:pt x="5294" y="43"/>
                </a:lnTo>
                <a:lnTo>
                  <a:pt x="2456" y="0"/>
                </a:lnTo>
                <a:lnTo>
                  <a:pt x="1255" y="825"/>
                </a:lnTo>
                <a:lnTo>
                  <a:pt x="140" y="855"/>
                </a:lnTo>
                <a:lnTo>
                  <a:pt x="0" y="946"/>
                </a:lnTo>
                <a:lnTo>
                  <a:pt x="13" y="1098"/>
                </a:lnTo>
                <a:close/>
              </a:path>
            </a:pathLst>
          </a:custGeom>
          <a:noFill/>
          <a:ln w="50800" cap="rnd">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91419" tIns="45710" rIns="91419" bIns="45710"/>
          <a:lstStyle/>
          <a:p>
            <a:endParaRPr lang="da-DK" sz="1633"/>
          </a:p>
        </p:txBody>
      </p:sp>
    </p:spTree>
    <p:extLst>
      <p:ext uri="{BB962C8B-B14F-4D97-AF65-F5344CB8AC3E}">
        <p14:creationId xmlns:p14="http://schemas.microsoft.com/office/powerpoint/2010/main" val="3473157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600" dirty="0">
                <a:latin typeface="CBS NEW" panose="02000506080000020004" pitchFamily="2" charset="0"/>
              </a:rPr>
              <a:t>Hvad gør strukturelle folder?</a:t>
            </a:r>
          </a:p>
        </p:txBody>
      </p:sp>
      <p:sp>
        <p:nvSpPr>
          <p:cNvPr id="3" name="Content Placeholder 2"/>
          <p:cNvSpPr>
            <a:spLocks noGrp="1"/>
          </p:cNvSpPr>
          <p:nvPr>
            <p:ph sz="quarter" idx="11"/>
          </p:nvPr>
        </p:nvSpPr>
        <p:spPr/>
        <p:txBody>
          <a:bodyPr/>
          <a:lstStyle/>
          <a:p>
            <a:pPr marL="342900" indent="-342900">
              <a:buFont typeface="CBS NEW" panose="02000506080000020004" pitchFamily="2" charset="0"/>
              <a:buChar char="—"/>
            </a:pPr>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stretch>
            <a:fillRect/>
          </a:stretch>
        </p:blipFill>
        <p:spPr>
          <a:xfrm>
            <a:off x="539552" y="1489878"/>
            <a:ext cx="7796415" cy="4387394"/>
          </a:xfrm>
          <a:prstGeom prst="rect">
            <a:avLst/>
          </a:prstGeom>
        </p:spPr>
      </p:pic>
      <p:sp>
        <p:nvSpPr>
          <p:cNvPr id="6" name="Oval 5"/>
          <p:cNvSpPr/>
          <p:nvPr/>
        </p:nvSpPr>
        <p:spPr>
          <a:xfrm>
            <a:off x="6804248" y="2137950"/>
            <a:ext cx="576064"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Oval 6"/>
          <p:cNvSpPr/>
          <p:nvPr/>
        </p:nvSpPr>
        <p:spPr>
          <a:xfrm>
            <a:off x="6804248" y="3362086"/>
            <a:ext cx="576064"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Oval 8"/>
          <p:cNvSpPr/>
          <p:nvPr/>
        </p:nvSpPr>
        <p:spPr>
          <a:xfrm>
            <a:off x="6876256" y="4298190"/>
            <a:ext cx="432048" cy="216024"/>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0" name="Oval 9"/>
          <p:cNvSpPr/>
          <p:nvPr/>
        </p:nvSpPr>
        <p:spPr>
          <a:xfrm>
            <a:off x="4499992" y="2137950"/>
            <a:ext cx="576064"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1" name="Oval 10"/>
          <p:cNvSpPr/>
          <p:nvPr/>
        </p:nvSpPr>
        <p:spPr>
          <a:xfrm>
            <a:off x="4499992" y="4514214"/>
            <a:ext cx="576064"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15612145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600" dirty="0">
                <a:latin typeface="CBS NEW" panose="02000506080000020004" pitchFamily="2" charset="0"/>
              </a:rPr>
              <a:t>Hvad gør strukturelle folder?</a:t>
            </a:r>
          </a:p>
        </p:txBody>
      </p:sp>
      <p:sp>
        <p:nvSpPr>
          <p:cNvPr id="3" name="Content Placeholder 2"/>
          <p:cNvSpPr>
            <a:spLocks noGrp="1"/>
          </p:cNvSpPr>
          <p:nvPr>
            <p:ph sz="quarter" idx="11"/>
          </p:nvPr>
        </p:nvSpPr>
        <p:spPr/>
        <p:txBody>
          <a:bodyPr>
            <a:normAutofit/>
          </a:bodyPr>
          <a:lstStyle/>
          <a:p>
            <a:pPr marL="342900" indent="-342900">
              <a:buFont typeface="CBS NEW" panose="02000506080000020004" pitchFamily="2" charset="0"/>
              <a:buChar char="—"/>
            </a:pPr>
            <a:r>
              <a:rPr lang="da-DK" sz="3200" dirty="0">
                <a:latin typeface="CBS NEW" panose="02000506080000020004" pitchFamily="2" charset="0"/>
              </a:rPr>
              <a:t>Virker ikke bare for firmaet i den strukturelle fold, men for hele gruppen</a:t>
            </a:r>
          </a:p>
          <a:p>
            <a:pPr marL="342900" indent="-342900">
              <a:buFont typeface="CBS NEW" panose="02000506080000020004" pitchFamily="2" charset="0"/>
              <a:buChar char="—"/>
            </a:pPr>
            <a:r>
              <a:rPr lang="da-DK" sz="3200" dirty="0">
                <a:latin typeface="CBS NEW" panose="02000506080000020004" pitchFamily="2" charset="0"/>
              </a:rPr>
              <a:t>I forhold til at undgå stagnation eller tilbagegang virker det ikke at være en del af en strukturel fold</a:t>
            </a:r>
          </a:p>
          <a:p>
            <a:pPr marL="700344" lvl="2" indent="-342900">
              <a:buFont typeface="CBS NEW" panose="02000506080000020004" pitchFamily="2" charset="0"/>
              <a:buChar char="—"/>
            </a:pPr>
            <a:r>
              <a:rPr lang="da-DK" sz="2800" dirty="0">
                <a:latin typeface="CBS NEW" panose="02000506080000020004" pitchFamily="2" charset="0"/>
              </a:rPr>
              <a:t>Her handler det om gruppens stabilitet, forbindelser til den finansielle sektor og produktivitet</a:t>
            </a:r>
          </a:p>
          <a:p>
            <a:pPr marL="342900" indent="-342900">
              <a:buFont typeface="CBS NEW" panose="02000506080000020004" pitchFamily="2" charset="0"/>
              <a:buChar char="—"/>
            </a:pPr>
            <a:r>
              <a:rPr lang="da-DK" sz="3200" dirty="0">
                <a:latin typeface="CBS NEW" panose="02000506080000020004" pitchFamily="2" charset="0"/>
              </a:rPr>
              <a:t> Giver større sandsynlighed for høje vækstrater</a:t>
            </a:r>
          </a:p>
          <a:p>
            <a:pPr marL="700344" lvl="2" indent="-342900">
              <a:buFont typeface="CBS NEW" panose="02000506080000020004" pitchFamily="2" charset="0"/>
              <a:buChar char="—"/>
            </a:pPr>
            <a:r>
              <a:rPr lang="da-DK" sz="2800" dirty="0">
                <a:latin typeface="CBS NEW" panose="02000506080000020004" pitchFamily="2" charset="0"/>
              </a:rPr>
              <a:t>Broer (svage forbindelser) og brobygning (</a:t>
            </a:r>
            <a:r>
              <a:rPr lang="da-DK" sz="2800" dirty="0" err="1">
                <a:latin typeface="CBS NEW" panose="02000506080000020004" pitchFamily="2" charset="0"/>
              </a:rPr>
              <a:t>Granovetter</a:t>
            </a:r>
            <a:r>
              <a:rPr lang="da-DK" sz="2800" dirty="0">
                <a:latin typeface="CBS NEW" panose="02000506080000020004" pitchFamily="2" charset="0"/>
              </a:rPr>
              <a:t> og Burt) virker ikke på gruppeniveau for ungarske virksomheder</a:t>
            </a:r>
          </a:p>
          <a:p>
            <a:pPr marL="700344" lvl="2" indent="-342900">
              <a:buFont typeface="CBS NEW" panose="02000506080000020004" pitchFamily="2" charset="0"/>
              <a:buChar char="—"/>
            </a:pPr>
            <a:r>
              <a:rPr lang="da-DK" sz="2800" dirty="0">
                <a:latin typeface="CBS NEW" panose="02000506080000020004" pitchFamily="2" charset="0"/>
              </a:rPr>
              <a:t>Politiske forbindelser for gruppen synes også at have en effekt</a:t>
            </a:r>
          </a:p>
          <a:p>
            <a:pPr marL="700344" lvl="2" indent="-342900">
              <a:buFont typeface="CBS NEW" panose="02000506080000020004" pitchFamily="2" charset="0"/>
              <a:buChar char="—"/>
            </a:pPr>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50877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6" descr="k4 nets - polaf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638611" y="2060848"/>
            <a:ext cx="4452938" cy="3179762"/>
          </a:xfrm>
          <a:prstGeom prst="rect">
            <a:avLst/>
          </a:prstGeom>
        </p:spPr>
      </p:pic>
      <p:sp>
        <p:nvSpPr>
          <p:cNvPr id="2" name="Text Placeholder 1"/>
          <p:cNvSpPr>
            <a:spLocks noGrp="1"/>
          </p:cNvSpPr>
          <p:nvPr>
            <p:ph type="body" sz="quarter" idx="10"/>
          </p:nvPr>
        </p:nvSpPr>
        <p:spPr>
          <a:xfrm>
            <a:off x="395288" y="476671"/>
            <a:ext cx="5761037" cy="575841"/>
          </a:xfrm>
        </p:spPr>
        <p:txBody>
          <a:bodyPr>
            <a:noAutofit/>
          </a:bodyPr>
          <a:lstStyle/>
          <a:p>
            <a:r>
              <a:rPr lang="da-DK" sz="3600" dirty="0">
                <a:latin typeface="CBS NEW" panose="02000506080000020004" pitchFamily="2" charset="0"/>
              </a:rPr>
              <a:t>Men… Strukturelle folder er ustabile</a:t>
            </a:r>
          </a:p>
        </p:txBody>
      </p:sp>
      <p:sp>
        <p:nvSpPr>
          <p:cNvPr id="3" name="Content Placeholder 2"/>
          <p:cNvSpPr>
            <a:spLocks noGrp="1"/>
          </p:cNvSpPr>
          <p:nvPr>
            <p:ph sz="quarter" idx="11"/>
          </p:nvPr>
        </p:nvSpPr>
        <p:spPr>
          <a:xfrm>
            <a:off x="395289" y="1124743"/>
            <a:ext cx="4176711" cy="5256585"/>
          </a:xfrm>
        </p:spPr>
        <p:txBody>
          <a:bodyPr>
            <a:normAutofit fontScale="77500" lnSpcReduction="20000"/>
          </a:bodyPr>
          <a:lstStyle/>
          <a:p>
            <a:pPr marL="457200" indent="-457200">
              <a:buFont typeface="CBS NEW" panose="02000506080000020004" pitchFamily="2" charset="0"/>
              <a:buChar char="—"/>
            </a:pPr>
            <a:r>
              <a:rPr lang="da-DK" sz="3200" dirty="0">
                <a:latin typeface="CBS NEW" panose="02000506080000020004" pitchFamily="2" charset="0"/>
              </a:rPr>
              <a:t>Strukturelle folder er ustabile, fordi de må opretholde forbindelser til to grupper, der kan komme i konflikt</a:t>
            </a:r>
          </a:p>
          <a:p>
            <a:pPr marL="457200" indent="-457200">
              <a:buFont typeface="CBS NEW" panose="02000506080000020004" pitchFamily="2" charset="0"/>
              <a:buChar char="—"/>
            </a:pPr>
            <a:r>
              <a:rPr lang="da-DK" sz="3200" dirty="0" err="1">
                <a:latin typeface="CBS NEW" panose="02000506080000020004" pitchFamily="2" charset="0"/>
              </a:rPr>
              <a:t>Simmel</a:t>
            </a:r>
            <a:r>
              <a:rPr lang="da-DK" sz="3200" dirty="0">
                <a:latin typeface="CBS NEW" panose="02000506080000020004" pitchFamily="2" charset="0"/>
              </a:rPr>
              <a:t>: Hvis gruppemedlemmer udskiftes løbende er gruppen socialt set bevarer </a:t>
            </a:r>
          </a:p>
          <a:p>
            <a:pPr marL="639481" lvl="1" indent="-457200">
              <a:buFont typeface="CBS NEW" panose="02000506080000020004" pitchFamily="2" charset="0"/>
              <a:buChar char="—"/>
            </a:pPr>
            <a:r>
              <a:rPr lang="da-DK" sz="3200" dirty="0">
                <a:latin typeface="CBS NEW" panose="02000506080000020004" pitchFamily="2" charset="0"/>
              </a:rPr>
              <a:t>Fx. overklasse, hofsamfund, virksomhedskultur)</a:t>
            </a:r>
          </a:p>
          <a:p>
            <a:pPr marL="457200" indent="-457200">
              <a:buFont typeface="CBS NEW" panose="02000506080000020004" pitchFamily="2" charset="0"/>
              <a:buChar char="—"/>
            </a:pPr>
            <a:r>
              <a:rPr lang="da-DK" sz="3200" dirty="0">
                <a:latin typeface="CBS NEW" panose="02000506080000020004" pitchFamily="2" charset="0"/>
              </a:rPr>
              <a:t>De strukturelle folder genopstår i nye gruppedannelser:</a:t>
            </a:r>
          </a:p>
          <a:p>
            <a:pPr marL="639481" lvl="1" indent="-457200">
              <a:buFont typeface="CBS NEW" panose="02000506080000020004" pitchFamily="2" charset="0"/>
              <a:buChar char="—"/>
            </a:pPr>
            <a:r>
              <a:rPr lang="da-DK" sz="3200" dirty="0" err="1">
                <a:latin typeface="CBS NEW" panose="02000506080000020004" pitchFamily="2" charset="0"/>
              </a:rPr>
              <a:t>Lineages</a:t>
            </a:r>
            <a:r>
              <a:rPr lang="da-DK" sz="3200" dirty="0">
                <a:latin typeface="CBS NEW" panose="02000506080000020004" pitchFamily="2" charset="0"/>
              </a:rPr>
              <a:t> of </a:t>
            </a:r>
            <a:r>
              <a:rPr lang="da-DK" sz="3200" dirty="0" err="1">
                <a:latin typeface="CBS NEW" panose="02000506080000020004" pitchFamily="2" charset="0"/>
              </a:rPr>
              <a:t>cohesion</a:t>
            </a:r>
            <a:r>
              <a:rPr lang="da-DK" sz="3200" dirty="0">
                <a:latin typeface="CBS NEW" panose="02000506080000020004" pitchFamily="2" charset="0"/>
              </a:rPr>
              <a:t>:</a:t>
            </a:r>
          </a:p>
          <a:p>
            <a:r>
              <a:rPr lang="da-DK" sz="3200" dirty="0">
                <a:latin typeface="CBS NEW" panose="02000506080000020004" pitchFamily="2" charset="0"/>
              </a:rPr>
              <a:t>	”A </a:t>
            </a:r>
            <a:r>
              <a:rPr lang="da-DK" sz="3200" dirty="0" err="1">
                <a:latin typeface="CBS NEW" panose="02000506080000020004" pitchFamily="2" charset="0"/>
              </a:rPr>
              <a:t>common</a:t>
            </a:r>
            <a:r>
              <a:rPr lang="da-DK" sz="3200" dirty="0">
                <a:latin typeface="CBS NEW" panose="02000506080000020004" pitchFamily="2" charset="0"/>
              </a:rPr>
              <a:t> </a:t>
            </a:r>
            <a:r>
              <a:rPr lang="da-DK" sz="3200" dirty="0" err="1">
                <a:latin typeface="CBS NEW" panose="02000506080000020004" pitchFamily="2" charset="0"/>
              </a:rPr>
              <a:t>ancestry</a:t>
            </a:r>
            <a:r>
              <a:rPr lang="da-DK" sz="3200" dirty="0">
                <a:latin typeface="CBS NEW" panose="02000506080000020004" pitchFamily="2" charset="0"/>
              </a:rPr>
              <a:t> </a:t>
            </a:r>
            <a:r>
              <a:rPr lang="da-DK" sz="3200" dirty="0" err="1">
                <a:latin typeface="CBS NEW" panose="02000506080000020004" pitchFamily="2" charset="0"/>
              </a:rPr>
              <a:t>makes</a:t>
            </a:r>
            <a:r>
              <a:rPr lang="da-DK" sz="3200" dirty="0">
                <a:latin typeface="CBS NEW" panose="02000506080000020004" pitchFamily="2" charset="0"/>
              </a:rPr>
              <a:t> 	</a:t>
            </a:r>
            <a:r>
              <a:rPr lang="da-DK" sz="3200" dirty="0" err="1">
                <a:latin typeface="CBS NEW" panose="02000506080000020004" pitchFamily="2" charset="0"/>
              </a:rPr>
              <a:t>group</a:t>
            </a:r>
            <a:r>
              <a:rPr lang="da-DK" sz="3200" dirty="0">
                <a:latin typeface="CBS NEW" panose="02000506080000020004" pitchFamily="2" charset="0"/>
              </a:rPr>
              <a:t> formation </a:t>
            </a:r>
            <a:r>
              <a:rPr lang="da-DK" sz="3200" dirty="0" err="1">
                <a:latin typeface="CBS NEW" panose="02000506080000020004" pitchFamily="2" charset="0"/>
              </a:rPr>
              <a:t>easier</a:t>
            </a:r>
            <a:r>
              <a:rPr lang="da-DK" sz="3200" dirty="0">
                <a:latin typeface="CBS NEW" panose="02000506080000020004" pitchFamily="2" charset="0"/>
              </a:rPr>
              <a:t> </a:t>
            </a:r>
            <a:r>
              <a:rPr lang="da-DK" sz="3200" dirty="0" err="1">
                <a:latin typeface="CBS NEW" panose="02000506080000020004" pitchFamily="2" charset="0"/>
              </a:rPr>
              <a:t>because</a:t>
            </a:r>
            <a:r>
              <a:rPr lang="da-DK" sz="3200" dirty="0">
                <a:latin typeface="CBS NEW" panose="02000506080000020004" pitchFamily="2" charset="0"/>
              </a:rPr>
              <a:t> 	</a:t>
            </a:r>
            <a:r>
              <a:rPr lang="da-DK" sz="3200" dirty="0" err="1">
                <a:latin typeface="CBS NEW" panose="02000506080000020004" pitchFamily="2" charset="0"/>
              </a:rPr>
              <a:t>routines</a:t>
            </a:r>
            <a:r>
              <a:rPr lang="da-DK" sz="3200" dirty="0">
                <a:latin typeface="CBS NEW" panose="02000506080000020004" pitchFamily="2" charset="0"/>
              </a:rPr>
              <a:t> 	of </a:t>
            </a:r>
            <a:r>
              <a:rPr lang="da-DK" sz="3200" dirty="0" err="1">
                <a:latin typeface="CBS NEW" panose="02000506080000020004" pitchFamily="2" charset="0"/>
              </a:rPr>
              <a:t>collaboration</a:t>
            </a:r>
            <a:r>
              <a:rPr lang="da-DK" sz="3200" dirty="0">
                <a:latin typeface="CBS NEW" panose="02000506080000020004" pitchFamily="2" charset="0"/>
              </a:rPr>
              <a:t> </a:t>
            </a:r>
            <a:r>
              <a:rPr lang="da-DK" sz="3200" dirty="0" err="1">
                <a:latin typeface="CBS NEW" panose="02000506080000020004" pitchFamily="2" charset="0"/>
              </a:rPr>
              <a:t>are</a:t>
            </a:r>
            <a:r>
              <a:rPr lang="da-DK" sz="3200" dirty="0">
                <a:latin typeface="CBS NEW" panose="02000506080000020004" pitchFamily="2" charset="0"/>
              </a:rPr>
              <a:t> 	</a:t>
            </a:r>
            <a:r>
              <a:rPr lang="da-DK" sz="3200" dirty="0" err="1">
                <a:latin typeface="CBS NEW" panose="02000506080000020004" pitchFamily="2" charset="0"/>
              </a:rPr>
              <a:t>already</a:t>
            </a:r>
            <a:r>
              <a:rPr lang="da-DK" sz="3200" dirty="0">
                <a:latin typeface="CBS NEW" panose="02000506080000020004" pitchFamily="2" charset="0"/>
              </a:rPr>
              <a:t> </a:t>
            </a:r>
            <a:r>
              <a:rPr lang="da-DK" sz="3200" dirty="0" err="1">
                <a:latin typeface="CBS NEW" panose="02000506080000020004" pitchFamily="2" charset="0"/>
              </a:rPr>
              <a:t>familiar</a:t>
            </a:r>
            <a:r>
              <a:rPr lang="da-DK" sz="3200" dirty="0">
                <a:latin typeface="CBS NEW" panose="02000506080000020004" pitchFamily="2" charset="0"/>
              </a:rPr>
              <a:t>”</a:t>
            </a:r>
          </a:p>
          <a:p>
            <a:pPr algn="r"/>
            <a:r>
              <a:rPr lang="da-DK" sz="3200" dirty="0" err="1">
                <a:latin typeface="CBS NEW" panose="02000506080000020004" pitchFamily="2" charset="0"/>
              </a:rPr>
              <a:t>Vedres</a:t>
            </a:r>
            <a:r>
              <a:rPr lang="da-DK" sz="3200" dirty="0">
                <a:latin typeface="CBS NEW" panose="02000506080000020004" pitchFamily="2" charset="0"/>
              </a:rPr>
              <a:t> &amp; Stark (2010: 1160)</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09020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Brug af </a:t>
            </a:r>
            <a:r>
              <a:rPr lang="da-DK" sz="4800" dirty="0" err="1">
                <a:latin typeface="CBS NEW" panose="02000506080000020004" pitchFamily="2" charset="0"/>
              </a:rPr>
              <a:t>Vedres</a:t>
            </a:r>
            <a:r>
              <a:rPr lang="da-DK" sz="4800" dirty="0">
                <a:latin typeface="CBS NEW" panose="02000506080000020004" pitchFamily="2" charset="0"/>
              </a:rPr>
              <a:t> &amp; Stark</a:t>
            </a:r>
          </a:p>
        </p:txBody>
      </p:sp>
      <p:sp>
        <p:nvSpPr>
          <p:cNvPr id="3" name="Content Placeholder 2"/>
          <p:cNvSpPr>
            <a:spLocks noGrp="1"/>
          </p:cNvSpPr>
          <p:nvPr>
            <p:ph sz="quarter" idx="11"/>
          </p:nvPr>
        </p:nvSpPr>
        <p:spPr/>
        <p:txBody>
          <a:bodyPr/>
          <a:lstStyle/>
          <a:p>
            <a:pPr marL="342900" indent="-342900">
              <a:buFont typeface="CBS NEW" panose="02000506080000020004" pitchFamily="2" charset="0"/>
              <a:buChar char="—"/>
            </a:pPr>
            <a:r>
              <a:rPr lang="da-DK" sz="3200" dirty="0">
                <a:latin typeface="CBS NEW" panose="02000506080000020004" pitchFamily="2" charset="0"/>
              </a:rPr>
              <a:t>Eksempel på en måde man kan studerede </a:t>
            </a:r>
            <a:r>
              <a:rPr lang="da-DK" sz="3200" b="1" dirty="0">
                <a:latin typeface="CBS NEW" panose="02000506080000020004" pitchFamily="2" charset="0"/>
              </a:rPr>
              <a:t>hvordan </a:t>
            </a:r>
            <a:r>
              <a:rPr lang="da-DK" sz="3200" dirty="0">
                <a:latin typeface="CBS NEW" panose="02000506080000020004" pitchFamily="2" charset="0"/>
              </a:rPr>
              <a:t>netværksindlejring har betydning for virksomheder</a:t>
            </a:r>
          </a:p>
          <a:p>
            <a:pPr marL="342900" indent="-342900">
              <a:buFont typeface="CBS NEW" panose="02000506080000020004" pitchFamily="2" charset="0"/>
              <a:buChar char="—"/>
            </a:pPr>
            <a:r>
              <a:rPr lang="da-DK" sz="3200" dirty="0">
                <a:latin typeface="CBS NEW" panose="02000506080000020004" pitchFamily="2" charset="0"/>
              </a:rPr>
              <a:t>Bruger forbindelser i </a:t>
            </a:r>
            <a:r>
              <a:rPr lang="da-DK" sz="3200" b="1" dirty="0">
                <a:latin typeface="CBS NEW" panose="02000506080000020004" pitchFamily="2" charset="0"/>
              </a:rPr>
              <a:t>lokale netværk</a:t>
            </a:r>
            <a:r>
              <a:rPr lang="da-DK" sz="3200" dirty="0">
                <a:latin typeface="CBS NEW" panose="02000506080000020004" pitchFamily="2" charset="0"/>
              </a:rPr>
              <a:t> til at forklare virksomheders strategi</a:t>
            </a:r>
          </a:p>
          <a:p>
            <a:pPr marL="342900" indent="-342900">
              <a:buFont typeface="CBS NEW" panose="02000506080000020004" pitchFamily="2" charset="0"/>
              <a:buChar char="—"/>
            </a:pPr>
            <a:r>
              <a:rPr lang="da-DK" sz="3200" dirty="0">
                <a:latin typeface="CBS NEW" panose="02000506080000020004" pitchFamily="2" charset="0"/>
              </a:rPr>
              <a:t>Giver indblik i, hvordan man kan studerende virksomhedsstrategi i </a:t>
            </a:r>
            <a:r>
              <a:rPr lang="da-DK" sz="3200" b="1" dirty="0" err="1">
                <a:latin typeface="CBS NEW" panose="02000506080000020004" pitchFamily="2" charset="0"/>
              </a:rPr>
              <a:t>post-sovjetiske</a:t>
            </a:r>
            <a:r>
              <a:rPr lang="da-DK" sz="3200" b="1" dirty="0">
                <a:latin typeface="CBS NEW" panose="02000506080000020004" pitchFamily="2" charset="0"/>
              </a:rPr>
              <a:t> stater</a:t>
            </a:r>
          </a:p>
          <a:p>
            <a:pPr marL="342900" indent="-342900">
              <a:buFont typeface="CBS NEW" panose="02000506080000020004" pitchFamily="2" charset="0"/>
              <a:buChar char="—"/>
            </a:pPr>
            <a:r>
              <a:rPr lang="da-DK" sz="3200" dirty="0">
                <a:latin typeface="CBS NEW" panose="02000506080000020004" pitchFamily="2" charset="0"/>
              </a:rPr>
              <a:t>Viser, hvordan et </a:t>
            </a:r>
            <a:r>
              <a:rPr lang="da-DK" sz="3200" b="1" dirty="0">
                <a:latin typeface="CBS NEW" panose="02000506080000020004" pitchFamily="2" charset="0"/>
              </a:rPr>
              <a:t>netværks forhistorie</a:t>
            </a:r>
            <a:r>
              <a:rPr lang="da-DK" sz="3200" dirty="0">
                <a:latin typeface="CBS NEW" panose="02000506080000020004" pitchFamily="2" charset="0"/>
              </a:rPr>
              <a:t> har betydning for dannelse af nye forbindelser</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608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Summeøvelse</a:t>
            </a:r>
            <a:r>
              <a:rPr lang="da-DK" sz="4800" dirty="0">
                <a:latin typeface="CBS NEW" panose="02000506080000020004" pitchFamily="2" charset="0"/>
              </a:rPr>
              <a:t> III:</a:t>
            </a:r>
          </a:p>
        </p:txBody>
      </p:sp>
      <p:sp>
        <p:nvSpPr>
          <p:cNvPr id="3" name="Content Placeholder 2"/>
          <p:cNvSpPr>
            <a:spLocks noGrp="1"/>
          </p:cNvSpPr>
          <p:nvPr>
            <p:ph sz="quarter" idx="11"/>
          </p:nvPr>
        </p:nvSpPr>
        <p:spPr/>
        <p:txBody>
          <a:bodyPr>
            <a:normAutofit/>
          </a:bodyPr>
          <a:lstStyle/>
          <a:p>
            <a:pPr marL="457200" indent="-457200">
              <a:buFontTx/>
              <a:buChar char="—"/>
            </a:pPr>
            <a:r>
              <a:rPr lang="da-DK" sz="3200" dirty="0">
                <a:latin typeface="CBS NEW" panose="02000506080000020004" pitchFamily="2" charset="0"/>
              </a:rPr>
              <a:t>Tænk på innovative netværk, fx </a:t>
            </a:r>
            <a:r>
              <a:rPr lang="da-DK" sz="3200" dirty="0" err="1">
                <a:latin typeface="CBS NEW" panose="02000506080000020004" pitchFamily="2" charset="0"/>
              </a:rPr>
              <a:t>tech-startups</a:t>
            </a:r>
            <a:r>
              <a:rPr lang="da-DK" sz="3200" dirty="0">
                <a:latin typeface="CBS NEW" panose="02000506080000020004" pitchFamily="2" charset="0"/>
              </a:rPr>
              <a:t> eller andre entreprenører</a:t>
            </a:r>
          </a:p>
          <a:p>
            <a:pPr marL="457200" indent="-457200">
              <a:buFontTx/>
              <a:buChar char="—"/>
            </a:pPr>
            <a:r>
              <a:rPr lang="en-US" sz="3200" dirty="0" err="1">
                <a:latin typeface="CBS NEW" panose="02000506080000020004" pitchFamily="2" charset="0"/>
              </a:rPr>
              <a:t>Arbejd</a:t>
            </a:r>
            <a:r>
              <a:rPr lang="en-US" sz="3200" dirty="0">
                <a:latin typeface="CBS NEW" panose="02000506080000020004" pitchFamily="2" charset="0"/>
              </a:rPr>
              <a:t> to-og-to og </a:t>
            </a:r>
            <a:r>
              <a:rPr lang="en-US" sz="3200" dirty="0" err="1">
                <a:latin typeface="CBS NEW" panose="02000506080000020004" pitchFamily="2" charset="0"/>
              </a:rPr>
              <a:t>skriv</a:t>
            </a:r>
            <a:r>
              <a:rPr lang="en-US" sz="3200" dirty="0">
                <a:latin typeface="CBS NEW" panose="02000506080000020004" pitchFamily="2" charset="0"/>
              </a:rPr>
              <a:t> </a:t>
            </a:r>
            <a:r>
              <a:rPr lang="en-US" sz="3200" dirty="0" err="1">
                <a:latin typeface="CBS NEW" panose="02000506080000020004" pitchFamily="2" charset="0"/>
              </a:rPr>
              <a:t>ned</a:t>
            </a:r>
            <a:r>
              <a:rPr lang="en-US" sz="3200" dirty="0">
                <a:latin typeface="CBS NEW" panose="02000506080000020004" pitchFamily="2" charset="0"/>
              </a:rPr>
              <a:t> her: </a:t>
            </a:r>
            <a:r>
              <a:rPr lang="en-US" sz="3200" dirty="0">
                <a:latin typeface="CBS NEW" panose="02000506080000020004" pitchFamily="2" charset="0"/>
                <a:hlinkClick r:id="rId2"/>
              </a:rPr>
              <a:t>https://docs.google.com/presentation/d/1EDspcIuD-JZB3SE0n-e7EAWALg01AEKD6DgZHh4OlOg/edit?usp=sharing</a:t>
            </a:r>
            <a:r>
              <a:rPr lang="en-US" sz="3200" dirty="0">
                <a:latin typeface="CBS NEW" panose="02000506080000020004" pitchFamily="2" charset="0"/>
              </a:rPr>
              <a:t> </a:t>
            </a:r>
            <a:endParaRPr lang="da-DK" sz="3200" dirty="0">
              <a:latin typeface="CBS NEW" panose="02000506080000020004" pitchFamily="2" charset="0"/>
            </a:endParaRPr>
          </a:p>
          <a:p>
            <a:pPr marL="457200" indent="-457200">
              <a:buFontTx/>
              <a:buChar char="—"/>
            </a:pPr>
            <a:r>
              <a:rPr lang="da-DK" sz="3200" dirty="0">
                <a:latin typeface="CBS NEW" panose="02000506080000020004" pitchFamily="2" charset="0"/>
              </a:rPr>
              <a:t>Hvilke former for </a:t>
            </a:r>
            <a:r>
              <a:rPr lang="da-DK" sz="3200" dirty="0" err="1">
                <a:latin typeface="CBS NEW" panose="02000506080000020004" pitchFamily="2" charset="0"/>
              </a:rPr>
              <a:t>netværkforbindelser</a:t>
            </a:r>
            <a:r>
              <a:rPr lang="da-DK" sz="3200" dirty="0">
                <a:latin typeface="CBS NEW" panose="02000506080000020004" pitchFamily="2" charset="0"/>
              </a:rPr>
              <a:t> er afgørende?</a:t>
            </a:r>
          </a:p>
          <a:p>
            <a:pPr marL="457200" indent="-457200">
              <a:buFontTx/>
              <a:buChar char="—"/>
            </a:pPr>
            <a:r>
              <a:rPr lang="da-DK" sz="3200" dirty="0">
                <a:latin typeface="CBS NEW" panose="02000506080000020004" pitchFamily="2" charset="0"/>
              </a:rPr>
              <a:t>Prøv at finde et eksempel og beskriv, hvor tætte og hvor </a:t>
            </a:r>
            <a:r>
              <a:rPr lang="da-DK" sz="3200" dirty="0" err="1">
                <a:latin typeface="CBS NEW" panose="02000506080000020004" pitchFamily="2" charset="0"/>
              </a:rPr>
              <a:t>vidtforgrende</a:t>
            </a:r>
            <a:r>
              <a:rPr lang="da-DK" sz="3200" dirty="0">
                <a:latin typeface="CBS NEW" panose="02000506080000020004" pitchFamily="2" charset="0"/>
              </a:rPr>
              <a:t> de afgørende netværk var</a:t>
            </a:r>
          </a:p>
          <a:p>
            <a:pPr marL="457200" indent="-457200">
              <a:buFontTx/>
              <a:buChar char="—"/>
            </a:pPr>
            <a:r>
              <a:rPr lang="da-DK" sz="3200" dirty="0">
                <a:latin typeface="CBS NEW" panose="02000506080000020004" pitchFamily="2" charset="0"/>
              </a:rPr>
              <a:t> Vi har 5 minutter</a:t>
            </a:r>
            <a:endParaRPr lang="da-DK" sz="28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259144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Kritik af </a:t>
            </a:r>
            <a:r>
              <a:rPr lang="da-DK" sz="4800" dirty="0" err="1">
                <a:latin typeface="CBS NEW" panose="02000506080000020004" pitchFamily="2" charset="0"/>
              </a:rPr>
              <a:t>Vedres</a:t>
            </a:r>
            <a:r>
              <a:rPr lang="da-DK" sz="4800" dirty="0">
                <a:latin typeface="CBS NEW" panose="02000506080000020004" pitchFamily="2" charset="0"/>
              </a:rPr>
              <a:t> &amp; Stark</a:t>
            </a:r>
          </a:p>
        </p:txBody>
      </p:sp>
      <p:sp>
        <p:nvSpPr>
          <p:cNvPr id="3" name="Content Placeholder 2"/>
          <p:cNvSpPr>
            <a:spLocks noGrp="1"/>
          </p:cNvSpPr>
          <p:nvPr>
            <p:ph sz="quarter" idx="11"/>
          </p:nvPr>
        </p:nvSpPr>
        <p:spPr/>
        <p:txBody>
          <a:bodyPr>
            <a:normAutofit fontScale="92500" lnSpcReduction="10000"/>
          </a:bodyPr>
          <a:lstStyle/>
          <a:p>
            <a:pPr marL="342900" indent="-342900">
              <a:buFont typeface="CBS NEW" panose="02000506080000020004" pitchFamily="2" charset="0"/>
              <a:buChar char="—"/>
            </a:pPr>
            <a:r>
              <a:rPr lang="da-DK" sz="3200" dirty="0">
                <a:latin typeface="CBS NEW" panose="02000506080000020004" pitchFamily="2" charset="0"/>
              </a:rPr>
              <a:t>Måler de faktisk innovation?</a:t>
            </a:r>
          </a:p>
          <a:p>
            <a:pPr marL="700344" lvl="2" indent="-342900">
              <a:buFont typeface="CBS NEW" panose="02000506080000020004" pitchFamily="2" charset="0"/>
              <a:buChar char="—"/>
            </a:pPr>
            <a:r>
              <a:rPr lang="da-DK" sz="3000" dirty="0">
                <a:latin typeface="CBS NEW" panose="02000506080000020004" pitchFamily="2" charset="0"/>
              </a:rPr>
              <a:t>Ser på indtjening og ikke fx nye produkter eller patenter</a:t>
            </a:r>
          </a:p>
          <a:p>
            <a:pPr marL="342900" indent="-342900">
              <a:buFont typeface="CBS NEW" panose="02000506080000020004" pitchFamily="2" charset="0"/>
              <a:buChar char="—"/>
            </a:pPr>
            <a:r>
              <a:rPr lang="da-DK" sz="3200" dirty="0">
                <a:latin typeface="CBS NEW" panose="02000506080000020004" pitchFamily="2" charset="0"/>
              </a:rPr>
              <a:t>Hvad er forbindelserne?</a:t>
            </a:r>
          </a:p>
          <a:p>
            <a:pPr marL="700344" lvl="2" indent="-342900">
              <a:buFont typeface="CBS NEW" panose="02000506080000020004" pitchFamily="2" charset="0"/>
              <a:buChar char="—"/>
            </a:pPr>
            <a:r>
              <a:rPr lang="da-DK" sz="3000" dirty="0">
                <a:latin typeface="CBS NEW" panose="02000506080000020004" pitchFamily="2" charset="0"/>
              </a:rPr>
              <a:t>Er delte bestyrelsesmedlemmer dem, der skaber potentiale for innovation?</a:t>
            </a:r>
          </a:p>
          <a:p>
            <a:pPr marL="342900" indent="-342900">
              <a:buFont typeface="CBS NEW" panose="02000506080000020004" pitchFamily="2" charset="0"/>
              <a:buChar char="—"/>
            </a:pPr>
            <a:r>
              <a:rPr lang="da-DK" sz="3200" dirty="0">
                <a:latin typeface="CBS NEW" panose="02000506080000020004" pitchFamily="2" charset="0"/>
              </a:rPr>
              <a:t>Er strukturelle folder tegn på stærke alliancer eller innovative netværk?</a:t>
            </a:r>
          </a:p>
          <a:p>
            <a:pPr marL="342900" indent="-342900">
              <a:buFont typeface="CBS NEW" panose="02000506080000020004" pitchFamily="2" charset="0"/>
              <a:buChar char="—"/>
            </a:pPr>
            <a:r>
              <a:rPr lang="da-DK" sz="3200" dirty="0">
                <a:latin typeface="CBS NEW" panose="02000506080000020004" pitchFamily="2" charset="0"/>
              </a:rPr>
              <a:t>Hvordan et netværk virker kommer an på, hvilken type af information, der deles</a:t>
            </a:r>
          </a:p>
          <a:p>
            <a:pPr marL="342900" indent="-342900">
              <a:buFont typeface="CBS NEW" panose="02000506080000020004" pitchFamily="2" charset="0"/>
              <a:buChar char="—"/>
            </a:pPr>
            <a:r>
              <a:rPr lang="da-DK" sz="3200" dirty="0">
                <a:latin typeface="CBS NEW" panose="02000506080000020004" pitchFamily="2" charset="0"/>
              </a:rPr>
              <a:t>Skal man sprede viden eller er det vigtigt at den viden man får er til at stole på</a:t>
            </a:r>
          </a:p>
          <a:p>
            <a:pPr marL="882625" lvl="3" indent="-342900">
              <a:buFont typeface="CBS NEW" panose="02000506080000020004" pitchFamily="2" charset="0"/>
              <a:buChar char="—"/>
            </a:pPr>
            <a:r>
              <a:rPr lang="da-DK" sz="3000" dirty="0">
                <a:latin typeface="CBS NEW" panose="02000506080000020004" pitchFamily="2" charset="0"/>
              </a:rPr>
              <a:t>Det vender vi tilbage til i #12</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34460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1000"/>
                                        <p:tgtEl>
                                          <p:spTgt spid="3">
                                            <p:txEl>
                                              <p:pRg st="7" end="7"/>
                                            </p:txEl>
                                          </p:spTgt>
                                        </p:tgtEl>
                                      </p:cBhvr>
                                    </p:animEffect>
                                    <p:anim calcmode="lin" valueType="num">
                                      <p:cBhvr>
                                        <p:cTn id="2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en-US" dirty="0" err="1">
                <a:latin typeface="CBS NEW" panose="02000506080000020004" pitchFamily="2" charset="0"/>
              </a:rPr>
              <a:t>Virksomhedsstrategi</a:t>
            </a:r>
            <a:r>
              <a:rPr lang="en-US" dirty="0">
                <a:latin typeface="CBS NEW" panose="02000506080000020004" pitchFamily="2" charset="0"/>
              </a:rPr>
              <a:t> </a:t>
            </a:r>
            <a:r>
              <a:rPr lang="en-US" dirty="0" err="1">
                <a:latin typeface="CBS NEW" panose="02000506080000020004" pitchFamily="2" charset="0"/>
              </a:rPr>
              <a:t>i</a:t>
            </a:r>
            <a:r>
              <a:rPr lang="en-US" dirty="0">
                <a:latin typeface="CBS NEW" panose="02000506080000020004" pitchFamily="2" charset="0"/>
              </a:rPr>
              <a:t> et </a:t>
            </a:r>
            <a:r>
              <a:rPr lang="en-US" dirty="0" err="1">
                <a:latin typeface="CBS NEW" panose="02000506080000020004" pitchFamily="2" charset="0"/>
              </a:rPr>
              <a:t>netværksperspektiv</a:t>
            </a:r>
            <a:r>
              <a:rPr lang="en-US" dirty="0">
                <a:latin typeface="CBS NEW" panose="02000506080000020004" pitchFamily="2" charset="0"/>
              </a:rPr>
              <a:t>, </a:t>
            </a:r>
            <a:r>
              <a:rPr lang="en-US" dirty="0" err="1">
                <a:latin typeface="CBS NEW" panose="02000506080000020004" pitchFamily="2" charset="0"/>
              </a:rPr>
              <a:t>Forelæsning</a:t>
            </a:r>
            <a:r>
              <a:rPr lang="en-US" dirty="0">
                <a:latin typeface="CBS NEW" panose="02000506080000020004" pitchFamily="2" charset="0"/>
              </a:rPr>
              <a:t> #9, 27. </a:t>
            </a:r>
            <a:r>
              <a:rPr lang="en-US" dirty="0" err="1">
                <a:latin typeface="CBS NEW" panose="02000506080000020004" pitchFamily="2" charset="0"/>
              </a:rPr>
              <a:t>februar</a:t>
            </a:r>
            <a:r>
              <a:rPr lang="en-US" dirty="0">
                <a:latin typeface="CBS NEW" panose="02000506080000020004" pitchFamily="2" charset="0"/>
              </a:rPr>
              <a:t> 2025</a:t>
            </a:r>
          </a:p>
        </p:txBody>
      </p:sp>
      <p:sp>
        <p:nvSpPr>
          <p:cNvPr id="3" name="Text Placeholder 2"/>
          <p:cNvSpPr>
            <a:spLocks noGrp="1"/>
          </p:cNvSpPr>
          <p:nvPr>
            <p:ph type="body" sz="quarter" idx="11"/>
          </p:nvPr>
        </p:nvSpPr>
        <p:spPr>
          <a:xfrm>
            <a:off x="395288" y="4365104"/>
            <a:ext cx="8353425" cy="648072"/>
          </a:xfrm>
        </p:spPr>
        <p:txBody>
          <a:bodyPr/>
          <a:lstStyle/>
          <a:p>
            <a:r>
              <a:rPr lang="en-US" sz="5400" dirty="0" err="1">
                <a:latin typeface="CBS NEW" panose="02000506080000020004" pitchFamily="2" charset="0"/>
              </a:rPr>
              <a:t>Spørgsmål</a:t>
            </a:r>
            <a:r>
              <a:rPr lang="en-US" sz="5400" dirty="0">
                <a:latin typeface="CBS NEW" panose="02000506080000020004" pitchFamily="2" charset="0"/>
              </a:rPr>
              <a:t>?</a:t>
            </a: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1946840533"/>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en-US" dirty="0" err="1">
                <a:latin typeface="CBS NEW" panose="02000506080000020004" pitchFamily="2" charset="0"/>
              </a:rPr>
              <a:t>Virksomhedsstrategi</a:t>
            </a:r>
            <a:r>
              <a:rPr lang="en-US" dirty="0">
                <a:latin typeface="CBS NEW" panose="02000506080000020004" pitchFamily="2" charset="0"/>
              </a:rPr>
              <a:t> </a:t>
            </a:r>
            <a:r>
              <a:rPr lang="en-US" dirty="0" err="1">
                <a:latin typeface="CBS NEW" panose="02000506080000020004" pitchFamily="2" charset="0"/>
              </a:rPr>
              <a:t>i</a:t>
            </a:r>
            <a:r>
              <a:rPr lang="en-US" dirty="0">
                <a:latin typeface="CBS NEW" panose="02000506080000020004" pitchFamily="2" charset="0"/>
              </a:rPr>
              <a:t> et </a:t>
            </a:r>
            <a:r>
              <a:rPr lang="en-US" dirty="0" err="1">
                <a:latin typeface="CBS NEW" panose="02000506080000020004" pitchFamily="2" charset="0"/>
              </a:rPr>
              <a:t>netværksperspektiv</a:t>
            </a:r>
            <a:r>
              <a:rPr lang="en-US" dirty="0">
                <a:latin typeface="CBS NEW" panose="02000506080000020004" pitchFamily="2" charset="0"/>
              </a:rPr>
              <a:t>, </a:t>
            </a:r>
            <a:r>
              <a:rPr lang="en-US" dirty="0" err="1">
                <a:latin typeface="CBS NEW" panose="02000506080000020004" pitchFamily="2" charset="0"/>
              </a:rPr>
              <a:t>Forelæsning</a:t>
            </a:r>
            <a:r>
              <a:rPr lang="en-US" dirty="0">
                <a:latin typeface="CBS NEW" panose="02000506080000020004" pitchFamily="2" charset="0"/>
              </a:rPr>
              <a:t> #9, 27. </a:t>
            </a:r>
            <a:r>
              <a:rPr lang="en-US" dirty="0" err="1">
                <a:latin typeface="CBS NEW" panose="02000506080000020004" pitchFamily="2" charset="0"/>
              </a:rPr>
              <a:t>februar</a:t>
            </a:r>
            <a:r>
              <a:rPr lang="en-US" dirty="0">
                <a:latin typeface="CBS NEW" panose="02000506080000020004" pitchFamily="2" charset="0"/>
              </a:rPr>
              <a:t> 2025</a:t>
            </a:r>
          </a:p>
        </p:txBody>
      </p:sp>
      <p:sp>
        <p:nvSpPr>
          <p:cNvPr id="3" name="Text Placeholder 2"/>
          <p:cNvSpPr>
            <a:spLocks noGrp="1"/>
          </p:cNvSpPr>
          <p:nvPr>
            <p:ph type="body" sz="quarter" idx="11"/>
          </p:nvPr>
        </p:nvSpPr>
        <p:spPr>
          <a:xfrm>
            <a:off x="395288" y="4365104"/>
            <a:ext cx="8353425" cy="648072"/>
          </a:xfrm>
        </p:spPr>
        <p:txBody>
          <a:bodyPr/>
          <a:lstStyle/>
          <a:p>
            <a:r>
              <a:rPr lang="en-US" sz="5400" dirty="0" err="1">
                <a:latin typeface="CBS NEW" panose="02000506080000020004" pitchFamily="2" charset="0"/>
              </a:rPr>
              <a:t>Tak</a:t>
            </a:r>
            <a:r>
              <a:rPr lang="en-US" sz="5400" dirty="0">
                <a:latin typeface="CBS NEW" panose="02000506080000020004" pitchFamily="2" charset="0"/>
              </a:rPr>
              <a:t> for </a:t>
            </a:r>
            <a:r>
              <a:rPr lang="en-US" sz="5400" dirty="0" err="1">
                <a:latin typeface="CBS NEW" panose="02000506080000020004" pitchFamily="2" charset="0"/>
              </a:rPr>
              <a:t>i</a:t>
            </a:r>
            <a:r>
              <a:rPr lang="en-US" sz="5400" dirty="0">
                <a:latin typeface="CBS NEW" panose="02000506080000020004" pitchFamily="2" charset="0"/>
              </a:rPr>
              <a:t> dag!</a:t>
            </a: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651451662"/>
      </p:ext>
    </p:extLst>
  </p:cSld>
  <p:clrMapOvr>
    <a:masterClrMapping/>
  </p:clrMapOvr>
  <p:transition/>
</p:sld>
</file>

<file path=ppt/theme/theme1.xml><?xml version="1.0" encoding="utf-8"?>
<a:theme xmlns:a="http://schemas.openxmlformats.org/drawingml/2006/main" name="CBS PowerPoint">
  <a:themeElements>
    <a:clrScheme name="Deloitte">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9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lIns="0" tIns="0" rIns="0" bIns="0" rtlCol="0">
        <a:spAutoFit/>
      </a:bodyPr>
      <a:lstStyle>
        <a:defPPr>
          <a:defRPr sz="2000" dirty="0" err="1" smtClean="0">
            <a:solidFill>
              <a:schemeClr val="tx2"/>
            </a:solidFill>
          </a:defRPr>
        </a:defPPr>
      </a:lstStyle>
    </a:txDef>
  </a:objectDefaults>
  <a:extraClrSchemeLst/>
</a:theme>
</file>

<file path=ppt/theme/theme2.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8112</TotalTime>
  <Words>1987</Words>
  <Application>Microsoft Office PowerPoint</Application>
  <PresentationFormat>On-screen Show (4:3)</PresentationFormat>
  <Paragraphs>232</Paragraphs>
  <Slides>63</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CBS NEW</vt:lpstr>
      <vt:lpstr>Times New Roman</vt:lpstr>
      <vt:lpstr>CBS PowerPoint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Christoph Houman Ellersgaard</dc:creator>
  <cp:lastModifiedBy>Christoph Houman Ellersgaard</cp:lastModifiedBy>
  <cp:revision>260</cp:revision>
  <dcterms:created xsi:type="dcterms:W3CDTF">2012-04-20T06:34:53Z</dcterms:created>
  <dcterms:modified xsi:type="dcterms:W3CDTF">2025-02-25T12:20:11Z</dcterms:modified>
</cp:coreProperties>
</file>